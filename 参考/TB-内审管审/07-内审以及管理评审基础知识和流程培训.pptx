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39" r:id="rId2"/>
    <p:sldId id="286" r:id="rId3"/>
    <p:sldId id="264" r:id="rId4"/>
    <p:sldId id="287" r:id="rId5"/>
    <p:sldId id="283" r:id="rId6"/>
    <p:sldId id="288" r:id="rId7"/>
    <p:sldId id="290" r:id="rId8"/>
    <p:sldId id="302" r:id="rId9"/>
    <p:sldId id="261" r:id="rId10"/>
    <p:sldId id="312" r:id="rId11"/>
    <p:sldId id="289" r:id="rId12"/>
    <p:sldId id="303" r:id="rId13"/>
    <p:sldId id="304" r:id="rId14"/>
    <p:sldId id="305" r:id="rId15"/>
    <p:sldId id="306" r:id="rId16"/>
    <p:sldId id="307" r:id="rId17"/>
    <p:sldId id="308" r:id="rId18"/>
    <p:sldId id="309" r:id="rId19"/>
    <p:sldId id="310" r:id="rId20"/>
    <p:sldId id="291" r:id="rId21"/>
    <p:sldId id="311" r:id="rId22"/>
    <p:sldId id="313" r:id="rId23"/>
    <p:sldId id="314" r:id="rId24"/>
    <p:sldId id="315" r:id="rId25"/>
    <p:sldId id="316" r:id="rId26"/>
    <p:sldId id="317" r:id="rId27"/>
    <p:sldId id="318" r:id="rId28"/>
    <p:sldId id="319" r:id="rId29"/>
    <p:sldId id="320" r:id="rId30"/>
    <p:sldId id="321" r:id="rId31"/>
    <p:sldId id="322" r:id="rId32"/>
    <p:sldId id="323" r:id="rId33"/>
    <p:sldId id="324" r:id="rId34"/>
    <p:sldId id="325" r:id="rId35"/>
    <p:sldId id="300" r:id="rId36"/>
    <p:sldId id="293" r:id="rId37"/>
    <p:sldId id="326" r:id="rId38"/>
    <p:sldId id="327" r:id="rId39"/>
    <p:sldId id="330" r:id="rId40"/>
    <p:sldId id="292" r:id="rId41"/>
    <p:sldId id="328" r:id="rId42"/>
    <p:sldId id="329" r:id="rId43"/>
    <p:sldId id="331" r:id="rId44"/>
    <p:sldId id="338" r:id="rId45"/>
    <p:sldId id="272" r:id="rId46"/>
    <p:sldId id="332" r:id="rId47"/>
    <p:sldId id="333" r:id="rId48"/>
    <p:sldId id="334" r:id="rId49"/>
    <p:sldId id="335" r:id="rId50"/>
    <p:sldId id="336" r:id="rId51"/>
    <p:sldId id="337" r:id="rId52"/>
    <p:sldId id="282" r:id="rId53"/>
  </p:sldIdLst>
  <p:sldSz cx="9144000" cy="5724525"/>
  <p:notesSz cx="6858000" cy="9144000"/>
  <p:defaultTextStyle>
    <a:defPPr>
      <a:defRPr lang="zh-CN"/>
    </a:defPPr>
    <a:lvl1pPr marL="0" algn="l" defTabSz="1031626" rtl="0" eaLnBrk="1" latinLnBrk="0" hangingPunct="1">
      <a:defRPr sz="2000" kern="1200">
        <a:solidFill>
          <a:schemeClr val="tx1"/>
        </a:solidFill>
        <a:latin typeface="+mn-lt"/>
        <a:ea typeface="+mn-ea"/>
        <a:cs typeface="+mn-cs"/>
      </a:defRPr>
    </a:lvl1pPr>
    <a:lvl2pPr marL="515813" algn="l" defTabSz="1031626" rtl="0" eaLnBrk="1" latinLnBrk="0" hangingPunct="1">
      <a:defRPr sz="2000" kern="1200">
        <a:solidFill>
          <a:schemeClr val="tx1"/>
        </a:solidFill>
        <a:latin typeface="+mn-lt"/>
        <a:ea typeface="+mn-ea"/>
        <a:cs typeface="+mn-cs"/>
      </a:defRPr>
    </a:lvl2pPr>
    <a:lvl3pPr marL="1031626" algn="l" defTabSz="1031626" rtl="0" eaLnBrk="1" latinLnBrk="0" hangingPunct="1">
      <a:defRPr sz="2000" kern="1200">
        <a:solidFill>
          <a:schemeClr val="tx1"/>
        </a:solidFill>
        <a:latin typeface="+mn-lt"/>
        <a:ea typeface="+mn-ea"/>
        <a:cs typeface="+mn-cs"/>
      </a:defRPr>
    </a:lvl3pPr>
    <a:lvl4pPr marL="1547439" algn="l" defTabSz="1031626" rtl="0" eaLnBrk="1" latinLnBrk="0" hangingPunct="1">
      <a:defRPr sz="2000" kern="1200">
        <a:solidFill>
          <a:schemeClr val="tx1"/>
        </a:solidFill>
        <a:latin typeface="+mn-lt"/>
        <a:ea typeface="+mn-ea"/>
        <a:cs typeface="+mn-cs"/>
      </a:defRPr>
    </a:lvl4pPr>
    <a:lvl5pPr marL="2063252" algn="l" defTabSz="1031626" rtl="0" eaLnBrk="1" latinLnBrk="0" hangingPunct="1">
      <a:defRPr sz="2000" kern="1200">
        <a:solidFill>
          <a:schemeClr val="tx1"/>
        </a:solidFill>
        <a:latin typeface="+mn-lt"/>
        <a:ea typeface="+mn-ea"/>
        <a:cs typeface="+mn-cs"/>
      </a:defRPr>
    </a:lvl5pPr>
    <a:lvl6pPr marL="2579065" algn="l" defTabSz="1031626" rtl="0" eaLnBrk="1" latinLnBrk="0" hangingPunct="1">
      <a:defRPr sz="2000" kern="1200">
        <a:solidFill>
          <a:schemeClr val="tx1"/>
        </a:solidFill>
        <a:latin typeface="+mn-lt"/>
        <a:ea typeface="+mn-ea"/>
        <a:cs typeface="+mn-cs"/>
      </a:defRPr>
    </a:lvl6pPr>
    <a:lvl7pPr marL="3094878" algn="l" defTabSz="1031626" rtl="0" eaLnBrk="1" latinLnBrk="0" hangingPunct="1">
      <a:defRPr sz="2000" kern="1200">
        <a:solidFill>
          <a:schemeClr val="tx1"/>
        </a:solidFill>
        <a:latin typeface="+mn-lt"/>
        <a:ea typeface="+mn-ea"/>
        <a:cs typeface="+mn-cs"/>
      </a:defRPr>
    </a:lvl7pPr>
    <a:lvl8pPr marL="3610691" algn="l" defTabSz="1031626" rtl="0" eaLnBrk="1" latinLnBrk="0" hangingPunct="1">
      <a:defRPr sz="2000" kern="1200">
        <a:solidFill>
          <a:schemeClr val="tx1"/>
        </a:solidFill>
        <a:latin typeface="+mn-lt"/>
        <a:ea typeface="+mn-ea"/>
        <a:cs typeface="+mn-cs"/>
      </a:defRPr>
    </a:lvl8pPr>
    <a:lvl9pPr marL="4126504" algn="l" defTabSz="1031626"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7" d="100"/>
          <a:sy n="127" d="100"/>
        </p:scale>
        <p:origin x="1086" y="90"/>
      </p:cViewPr>
      <p:guideLst>
        <p:guide orient="horz" pos="1803"/>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F1EBE1-8AEB-4BA7-A22B-5CFED62A7125}" type="datetimeFigureOut">
              <a:rPr lang="zh-CN" altLang="en-US" smtClean="0"/>
              <a:pPr/>
              <a:t>2020/6/23</a:t>
            </a:fld>
            <a:endParaRPr lang="zh-CN" altLang="en-US"/>
          </a:p>
        </p:txBody>
      </p:sp>
      <p:sp>
        <p:nvSpPr>
          <p:cNvPr id="4" name="幻灯片图像占位符 3"/>
          <p:cNvSpPr>
            <a:spLocks noGrp="1" noRot="1" noChangeAspect="1"/>
          </p:cNvSpPr>
          <p:nvPr>
            <p:ph type="sldImg" idx="2"/>
          </p:nvPr>
        </p:nvSpPr>
        <p:spPr>
          <a:xfrm>
            <a:off x="690563" y="685800"/>
            <a:ext cx="547687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05B0E2-4D34-43EF-B180-5F8E38E875EB}" type="slidenum">
              <a:rPr lang="zh-CN" altLang="en-US" smtClean="0"/>
              <a:pPr/>
              <a:t>‹#›</a:t>
            </a:fld>
            <a:endParaRPr lang="zh-CN" altLang="en-US"/>
          </a:p>
        </p:txBody>
      </p:sp>
    </p:spTree>
    <p:extLst>
      <p:ext uri="{BB962C8B-B14F-4D97-AF65-F5344CB8AC3E}">
        <p14:creationId xmlns:p14="http://schemas.microsoft.com/office/powerpoint/2010/main" val="2704360501"/>
      </p:ext>
    </p:extLst>
  </p:cSld>
  <p:clrMap bg1="lt1" tx1="dk1" bg2="lt2" tx2="dk2" accent1="accent1" accent2="accent2" accent3="accent3" accent4="accent4" accent5="accent5" accent6="accent6" hlink="hlink" folHlink="folHlink"/>
  <p:notesStyle>
    <a:lvl1pPr marL="0" algn="l" defTabSz="1031626" rtl="0" eaLnBrk="1" latinLnBrk="0" hangingPunct="1">
      <a:defRPr sz="1400" kern="1200">
        <a:solidFill>
          <a:schemeClr val="tx1"/>
        </a:solidFill>
        <a:latin typeface="+mn-lt"/>
        <a:ea typeface="+mn-ea"/>
        <a:cs typeface="+mn-cs"/>
      </a:defRPr>
    </a:lvl1pPr>
    <a:lvl2pPr marL="515813" algn="l" defTabSz="1031626" rtl="0" eaLnBrk="1" latinLnBrk="0" hangingPunct="1">
      <a:defRPr sz="1400" kern="1200">
        <a:solidFill>
          <a:schemeClr val="tx1"/>
        </a:solidFill>
        <a:latin typeface="+mn-lt"/>
        <a:ea typeface="+mn-ea"/>
        <a:cs typeface="+mn-cs"/>
      </a:defRPr>
    </a:lvl2pPr>
    <a:lvl3pPr marL="1031626" algn="l" defTabSz="1031626" rtl="0" eaLnBrk="1" latinLnBrk="0" hangingPunct="1">
      <a:defRPr sz="1400" kern="1200">
        <a:solidFill>
          <a:schemeClr val="tx1"/>
        </a:solidFill>
        <a:latin typeface="+mn-lt"/>
        <a:ea typeface="+mn-ea"/>
        <a:cs typeface="+mn-cs"/>
      </a:defRPr>
    </a:lvl3pPr>
    <a:lvl4pPr marL="1547439" algn="l" defTabSz="1031626" rtl="0" eaLnBrk="1" latinLnBrk="0" hangingPunct="1">
      <a:defRPr sz="1400" kern="1200">
        <a:solidFill>
          <a:schemeClr val="tx1"/>
        </a:solidFill>
        <a:latin typeface="+mn-lt"/>
        <a:ea typeface="+mn-ea"/>
        <a:cs typeface="+mn-cs"/>
      </a:defRPr>
    </a:lvl4pPr>
    <a:lvl5pPr marL="2063252" algn="l" defTabSz="1031626" rtl="0" eaLnBrk="1" latinLnBrk="0" hangingPunct="1">
      <a:defRPr sz="1400" kern="1200">
        <a:solidFill>
          <a:schemeClr val="tx1"/>
        </a:solidFill>
        <a:latin typeface="+mn-lt"/>
        <a:ea typeface="+mn-ea"/>
        <a:cs typeface="+mn-cs"/>
      </a:defRPr>
    </a:lvl5pPr>
    <a:lvl6pPr marL="2579065" algn="l" defTabSz="1031626" rtl="0" eaLnBrk="1" latinLnBrk="0" hangingPunct="1">
      <a:defRPr sz="1400" kern="1200">
        <a:solidFill>
          <a:schemeClr val="tx1"/>
        </a:solidFill>
        <a:latin typeface="+mn-lt"/>
        <a:ea typeface="+mn-ea"/>
        <a:cs typeface="+mn-cs"/>
      </a:defRPr>
    </a:lvl6pPr>
    <a:lvl7pPr marL="3094878" algn="l" defTabSz="1031626" rtl="0" eaLnBrk="1" latinLnBrk="0" hangingPunct="1">
      <a:defRPr sz="1400" kern="1200">
        <a:solidFill>
          <a:schemeClr val="tx1"/>
        </a:solidFill>
        <a:latin typeface="+mn-lt"/>
        <a:ea typeface="+mn-ea"/>
        <a:cs typeface="+mn-cs"/>
      </a:defRPr>
    </a:lvl7pPr>
    <a:lvl8pPr marL="3610691" algn="l" defTabSz="1031626" rtl="0" eaLnBrk="1" latinLnBrk="0" hangingPunct="1">
      <a:defRPr sz="1400" kern="1200">
        <a:solidFill>
          <a:schemeClr val="tx1"/>
        </a:solidFill>
        <a:latin typeface="+mn-lt"/>
        <a:ea typeface="+mn-ea"/>
        <a:cs typeface="+mn-cs"/>
      </a:defRPr>
    </a:lvl8pPr>
    <a:lvl9pPr marL="4126504" algn="l" defTabSz="103162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35AF454-C1DB-447C-9EEC-A5F3AC4DF9C4}" type="slidenum">
              <a:rPr lang="zh-CN" altLang="en-US" smtClean="0"/>
              <a:pPr/>
              <a:t>1</a:t>
            </a:fld>
            <a:endParaRPr lang="zh-CN" altLang="en-US"/>
          </a:p>
        </p:txBody>
      </p:sp>
    </p:spTree>
    <p:extLst>
      <p:ext uri="{BB962C8B-B14F-4D97-AF65-F5344CB8AC3E}">
        <p14:creationId xmlns:p14="http://schemas.microsoft.com/office/powerpoint/2010/main" val="387665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http://meihua.docer.com/</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5724A666-D3E3-4346-819E-B233AE9F0509}" type="slidenum">
              <a:rPr lang="zh-CN" altLang="en-US"/>
              <a:pPr/>
              <a:t>3</a:t>
            </a:fld>
            <a:endParaRPr lang="zh-CN" altLang="en-US"/>
          </a:p>
        </p:txBody>
      </p:sp>
    </p:spTree>
    <p:extLst>
      <p:ext uri="{BB962C8B-B14F-4D97-AF65-F5344CB8AC3E}">
        <p14:creationId xmlns:p14="http://schemas.microsoft.com/office/powerpoint/2010/main" val="3507979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http://meihua.docer.com/</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5724A666-D3E3-4346-819E-B233AE9F0509}" type="slidenum">
              <a:rPr lang="zh-CN" altLang="en-US"/>
              <a:pPr/>
              <a:t>4</a:t>
            </a:fld>
            <a:endParaRPr lang="zh-CN" altLang="en-US"/>
          </a:p>
        </p:txBody>
      </p:sp>
    </p:spTree>
    <p:extLst>
      <p:ext uri="{BB962C8B-B14F-4D97-AF65-F5344CB8AC3E}">
        <p14:creationId xmlns:p14="http://schemas.microsoft.com/office/powerpoint/2010/main" val="1737764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http://meihua.docer.com/</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5724A666-D3E3-4346-819E-B233AE9F0509}" type="slidenum">
              <a:rPr lang="zh-CN" altLang="en-US"/>
              <a:pPr/>
              <a:t>8</a:t>
            </a:fld>
            <a:endParaRPr lang="zh-CN" altLang="en-US"/>
          </a:p>
        </p:txBody>
      </p:sp>
    </p:spTree>
    <p:extLst>
      <p:ext uri="{BB962C8B-B14F-4D97-AF65-F5344CB8AC3E}">
        <p14:creationId xmlns:p14="http://schemas.microsoft.com/office/powerpoint/2010/main" val="169129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http://meihua.docer.com/</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5724A666-D3E3-4346-819E-B233AE9F0509}" type="slidenum">
              <a:rPr lang="zh-CN" altLang="en-US"/>
              <a:pPr/>
              <a:t>39</a:t>
            </a:fld>
            <a:endParaRPr lang="zh-CN" altLang="en-US"/>
          </a:p>
        </p:txBody>
      </p:sp>
    </p:spTree>
    <p:extLst>
      <p:ext uri="{BB962C8B-B14F-4D97-AF65-F5344CB8AC3E}">
        <p14:creationId xmlns:p14="http://schemas.microsoft.com/office/powerpoint/2010/main" val="4021579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http://meihua.docer.com/</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5724A666-D3E3-4346-819E-B233AE9F0509}" type="slidenum">
              <a:rPr lang="zh-CN" altLang="en-US"/>
              <a:pPr/>
              <a:t>43</a:t>
            </a:fld>
            <a:endParaRPr lang="zh-CN" altLang="en-US"/>
          </a:p>
        </p:txBody>
      </p:sp>
    </p:spTree>
    <p:extLst>
      <p:ext uri="{BB962C8B-B14F-4D97-AF65-F5344CB8AC3E}">
        <p14:creationId xmlns:p14="http://schemas.microsoft.com/office/powerpoint/2010/main" val="2909356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http://meihua.docer.com/</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5724A666-D3E3-4346-819E-B233AE9F0509}" type="slidenum">
              <a:rPr lang="zh-CN" altLang="en-US"/>
              <a:pPr/>
              <a:t>44</a:t>
            </a:fld>
            <a:endParaRPr lang="zh-CN" altLang="en-US"/>
          </a:p>
        </p:txBody>
      </p:sp>
    </p:spTree>
    <p:extLst>
      <p:ext uri="{BB962C8B-B14F-4D97-AF65-F5344CB8AC3E}">
        <p14:creationId xmlns:p14="http://schemas.microsoft.com/office/powerpoint/2010/main" val="3853516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90563" y="685800"/>
            <a:ext cx="5476875" cy="3429000"/>
          </a:xfrm>
          <a:noFill/>
          <a:ln>
            <a:solidFill>
              <a:srgbClr val="000000"/>
            </a:solidFill>
            <a:miter lim="800000"/>
          </a:ln>
        </p:spPr>
      </p:sp>
      <p:sp>
        <p:nvSpPr>
          <p:cNvPr id="6147"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smtClean="0"/>
              <a:t>模板来自于 </a:t>
            </a:r>
            <a:r>
              <a:rPr lang="en-US" altLang="zh-CN" smtClean="0"/>
              <a:t>http://docer.wps.cn</a:t>
            </a:r>
            <a:endParaRPr lang="zh-CN" altLang="en-US" smtClean="0"/>
          </a:p>
        </p:txBody>
      </p:sp>
      <p:sp>
        <p:nvSpPr>
          <p:cNvPr id="6148" name="灯片编号占位符 3"/>
          <p:cNvSpPr>
            <a:spLocks noGrp="1"/>
          </p:cNvSpPr>
          <p:nvPr>
            <p:ph type="sldNum" sz="quarter" idx="5"/>
          </p:nvPr>
        </p:nvSpPr>
        <p:spPr bwMode="auto">
          <a:noFill/>
          <a:ln>
            <a:miter lim="800000"/>
          </a:ln>
        </p:spPr>
        <p:txBody>
          <a:bodyPr/>
          <a:lstStyle/>
          <a:p>
            <a:fld id="{650EFB3F-8BEA-4079-B03A-1CBDE058DB21}" type="slidenum">
              <a:rPr lang="zh-CN" altLang="en-US"/>
              <a:pPr/>
              <a:t>52</a:t>
            </a:fld>
            <a:endParaRPr lang="zh-CN" altLang="en-US"/>
          </a:p>
        </p:txBody>
      </p:sp>
    </p:spTree>
    <p:extLst>
      <p:ext uri="{BB962C8B-B14F-4D97-AF65-F5344CB8AC3E}">
        <p14:creationId xmlns:p14="http://schemas.microsoft.com/office/powerpoint/2010/main" val="21639283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8316"/>
            <a:ext cx="7772400" cy="1227063"/>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43898"/>
            <a:ext cx="6400800" cy="1462934"/>
          </a:xfrm>
        </p:spPr>
        <p:txBody>
          <a:bodyPr/>
          <a:lstStyle>
            <a:lvl1pPr marL="0" indent="0" algn="ctr">
              <a:buNone/>
              <a:defRPr>
                <a:solidFill>
                  <a:schemeClr val="tx1">
                    <a:tint val="75000"/>
                  </a:schemeClr>
                </a:solidFill>
              </a:defRPr>
            </a:lvl1pPr>
            <a:lvl2pPr marL="515813" indent="0" algn="ctr">
              <a:buNone/>
              <a:defRPr>
                <a:solidFill>
                  <a:schemeClr val="tx1">
                    <a:tint val="75000"/>
                  </a:schemeClr>
                </a:solidFill>
              </a:defRPr>
            </a:lvl2pPr>
            <a:lvl3pPr marL="1031626" indent="0" algn="ctr">
              <a:buNone/>
              <a:defRPr>
                <a:solidFill>
                  <a:schemeClr val="tx1">
                    <a:tint val="75000"/>
                  </a:schemeClr>
                </a:solidFill>
              </a:defRPr>
            </a:lvl3pPr>
            <a:lvl4pPr marL="1547439" indent="0" algn="ctr">
              <a:buNone/>
              <a:defRPr>
                <a:solidFill>
                  <a:schemeClr val="tx1">
                    <a:tint val="75000"/>
                  </a:schemeClr>
                </a:solidFill>
              </a:defRPr>
            </a:lvl4pPr>
            <a:lvl5pPr marL="2063252" indent="0" algn="ctr">
              <a:buNone/>
              <a:defRPr>
                <a:solidFill>
                  <a:schemeClr val="tx1">
                    <a:tint val="75000"/>
                  </a:schemeClr>
                </a:solidFill>
              </a:defRPr>
            </a:lvl5pPr>
            <a:lvl6pPr marL="2579065" indent="0" algn="ctr">
              <a:buNone/>
              <a:defRPr>
                <a:solidFill>
                  <a:schemeClr val="tx1">
                    <a:tint val="75000"/>
                  </a:schemeClr>
                </a:solidFill>
              </a:defRPr>
            </a:lvl6pPr>
            <a:lvl7pPr marL="3094878" indent="0" algn="ctr">
              <a:buNone/>
              <a:defRPr>
                <a:solidFill>
                  <a:schemeClr val="tx1">
                    <a:tint val="75000"/>
                  </a:schemeClr>
                </a:solidFill>
              </a:defRPr>
            </a:lvl7pPr>
            <a:lvl8pPr marL="3610691" indent="0" algn="ctr">
              <a:buNone/>
              <a:defRPr>
                <a:solidFill>
                  <a:schemeClr val="tx1">
                    <a:tint val="75000"/>
                  </a:schemeClr>
                </a:solidFill>
              </a:defRPr>
            </a:lvl8pPr>
            <a:lvl9pPr marL="4126504"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pic>
        <p:nvPicPr>
          <p:cNvPr id="8" name="图片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740" t="23989" r="6148" b="3235"/>
          <a:stretch/>
        </p:blipFill>
        <p:spPr>
          <a:xfrm>
            <a:off x="0" y="-1"/>
            <a:ext cx="9144000" cy="57245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userDrawn="1"/>
        </p:nvSpPr>
        <p:spPr>
          <a:xfrm>
            <a:off x="0" y="1"/>
            <a:ext cx="9144000" cy="647684"/>
          </a:xfrm>
          <a:prstGeom prst="rect">
            <a:avLst/>
          </a:prstGeom>
          <a:solidFill>
            <a:srgbClr val="0082B3">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rtlCol="0" anchor="ctr"/>
          <a:lstStyle/>
          <a:p>
            <a:pPr algn="ct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8539"/>
            <a:ext cx="7772400" cy="1136953"/>
          </a:xfrm>
        </p:spPr>
        <p:txBody>
          <a:bodyPr anchor="t"/>
          <a:lstStyle>
            <a:lvl1pPr algn="l">
              <a:defRPr sz="45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6299"/>
            <a:ext cx="7772400" cy="1252239"/>
          </a:xfrm>
        </p:spPr>
        <p:txBody>
          <a:bodyPr anchor="b"/>
          <a:lstStyle>
            <a:lvl1pPr marL="0" indent="0">
              <a:buNone/>
              <a:defRPr sz="2300">
                <a:solidFill>
                  <a:schemeClr val="tx1">
                    <a:tint val="75000"/>
                  </a:schemeClr>
                </a:solidFill>
              </a:defRPr>
            </a:lvl1pPr>
            <a:lvl2pPr marL="515813" indent="0">
              <a:buNone/>
              <a:defRPr sz="2000">
                <a:solidFill>
                  <a:schemeClr val="tx1">
                    <a:tint val="75000"/>
                  </a:schemeClr>
                </a:solidFill>
              </a:defRPr>
            </a:lvl2pPr>
            <a:lvl3pPr marL="1031626" indent="0">
              <a:buNone/>
              <a:defRPr sz="1800">
                <a:solidFill>
                  <a:schemeClr val="tx1">
                    <a:tint val="75000"/>
                  </a:schemeClr>
                </a:solidFill>
              </a:defRPr>
            </a:lvl3pPr>
            <a:lvl4pPr marL="1547439" indent="0">
              <a:buNone/>
              <a:defRPr sz="1600">
                <a:solidFill>
                  <a:schemeClr val="tx1">
                    <a:tint val="75000"/>
                  </a:schemeClr>
                </a:solidFill>
              </a:defRPr>
            </a:lvl4pPr>
            <a:lvl5pPr marL="2063252" indent="0">
              <a:buNone/>
              <a:defRPr sz="1600">
                <a:solidFill>
                  <a:schemeClr val="tx1">
                    <a:tint val="75000"/>
                  </a:schemeClr>
                </a:solidFill>
              </a:defRPr>
            </a:lvl5pPr>
            <a:lvl6pPr marL="2579065" indent="0">
              <a:buNone/>
              <a:defRPr sz="1600">
                <a:solidFill>
                  <a:schemeClr val="tx1">
                    <a:tint val="75000"/>
                  </a:schemeClr>
                </a:solidFill>
              </a:defRPr>
            </a:lvl6pPr>
            <a:lvl7pPr marL="3094878" indent="0">
              <a:buNone/>
              <a:defRPr sz="1600">
                <a:solidFill>
                  <a:schemeClr val="tx1">
                    <a:tint val="75000"/>
                  </a:schemeClr>
                </a:solidFill>
              </a:defRPr>
            </a:lvl7pPr>
            <a:lvl8pPr marL="3610691" indent="0">
              <a:buNone/>
              <a:defRPr sz="1600">
                <a:solidFill>
                  <a:schemeClr val="tx1">
                    <a:tint val="75000"/>
                  </a:schemeClr>
                </a:solidFill>
              </a:defRPr>
            </a:lvl8pPr>
            <a:lvl9pPr marL="4126504"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740" t="23989" r="6148" b="3235"/>
          <a:stretch/>
        </p:blipFill>
        <p:spPr>
          <a:xfrm>
            <a:off x="0" y="-1"/>
            <a:ext cx="9144000" cy="5724525"/>
          </a:xfrm>
          <a:prstGeom prst="rect">
            <a:avLst/>
          </a:prstGeom>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5725"/>
            <a:ext cx="4038600" cy="3777922"/>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35725"/>
            <a:ext cx="4038600" cy="3777922"/>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81394"/>
            <a:ext cx="4040188" cy="534024"/>
          </a:xfrm>
        </p:spPr>
        <p:txBody>
          <a:bodyPr anchor="b"/>
          <a:lstStyle>
            <a:lvl1pPr marL="0" indent="0">
              <a:buNone/>
              <a:defRPr sz="2700" b="1"/>
            </a:lvl1pPr>
            <a:lvl2pPr marL="515813" indent="0">
              <a:buNone/>
              <a:defRPr sz="2300" b="1"/>
            </a:lvl2pPr>
            <a:lvl3pPr marL="1031626" indent="0">
              <a:buNone/>
              <a:defRPr sz="2000" b="1"/>
            </a:lvl3pPr>
            <a:lvl4pPr marL="1547439" indent="0">
              <a:buNone/>
              <a:defRPr sz="1800" b="1"/>
            </a:lvl4pPr>
            <a:lvl5pPr marL="2063252" indent="0">
              <a:buNone/>
              <a:defRPr sz="1800" b="1"/>
            </a:lvl5pPr>
            <a:lvl6pPr marL="2579065" indent="0">
              <a:buNone/>
              <a:defRPr sz="1800" b="1"/>
            </a:lvl6pPr>
            <a:lvl7pPr marL="3094878" indent="0">
              <a:buNone/>
              <a:defRPr sz="1800" b="1"/>
            </a:lvl7pPr>
            <a:lvl8pPr marL="3610691" indent="0">
              <a:buNone/>
              <a:defRPr sz="1800" b="1"/>
            </a:lvl8pPr>
            <a:lvl9pPr marL="4126504" indent="0">
              <a:buNone/>
              <a:defRPr sz="1800" b="1"/>
            </a:lvl9pPr>
          </a:lstStyle>
          <a:p>
            <a:pPr lvl="0"/>
            <a:r>
              <a:rPr lang="zh-CN" altLang="en-US" smtClean="0"/>
              <a:t>单击此处编辑母版文本样式</a:t>
            </a:r>
          </a:p>
        </p:txBody>
      </p:sp>
      <p:sp>
        <p:nvSpPr>
          <p:cNvPr id="4" name="内容占位符 3"/>
          <p:cNvSpPr>
            <a:spLocks noGrp="1"/>
          </p:cNvSpPr>
          <p:nvPr>
            <p:ph sz="half" idx="2"/>
          </p:nvPr>
        </p:nvSpPr>
        <p:spPr>
          <a:xfrm>
            <a:off x="457200" y="1815416"/>
            <a:ext cx="4040188" cy="329822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45029" y="1281394"/>
            <a:ext cx="4041775" cy="534024"/>
          </a:xfrm>
        </p:spPr>
        <p:txBody>
          <a:bodyPr anchor="b"/>
          <a:lstStyle>
            <a:lvl1pPr marL="0" indent="0">
              <a:buNone/>
              <a:defRPr sz="2700" b="1"/>
            </a:lvl1pPr>
            <a:lvl2pPr marL="515813" indent="0">
              <a:buNone/>
              <a:defRPr sz="2300" b="1"/>
            </a:lvl2pPr>
            <a:lvl3pPr marL="1031626" indent="0">
              <a:buNone/>
              <a:defRPr sz="2000" b="1"/>
            </a:lvl3pPr>
            <a:lvl4pPr marL="1547439" indent="0">
              <a:buNone/>
              <a:defRPr sz="1800" b="1"/>
            </a:lvl4pPr>
            <a:lvl5pPr marL="2063252" indent="0">
              <a:buNone/>
              <a:defRPr sz="1800" b="1"/>
            </a:lvl5pPr>
            <a:lvl6pPr marL="2579065" indent="0">
              <a:buNone/>
              <a:defRPr sz="1800" b="1"/>
            </a:lvl6pPr>
            <a:lvl7pPr marL="3094878" indent="0">
              <a:buNone/>
              <a:defRPr sz="1800" b="1"/>
            </a:lvl7pPr>
            <a:lvl8pPr marL="3610691" indent="0">
              <a:buNone/>
              <a:defRPr sz="1800" b="1"/>
            </a:lvl8pPr>
            <a:lvl9pPr marL="4126504" indent="0">
              <a:buNone/>
              <a:defRPr sz="1800" b="1"/>
            </a:lvl9pPr>
          </a:lstStyle>
          <a:p>
            <a:pPr lvl="0"/>
            <a:r>
              <a:rPr lang="zh-CN" altLang="en-US" smtClean="0"/>
              <a:t>单击此处编辑母版文本样式</a:t>
            </a:r>
          </a:p>
        </p:txBody>
      </p:sp>
      <p:sp>
        <p:nvSpPr>
          <p:cNvPr id="6" name="内容占位符 5"/>
          <p:cNvSpPr>
            <a:spLocks noGrp="1"/>
          </p:cNvSpPr>
          <p:nvPr>
            <p:ph sz="quarter" idx="4"/>
          </p:nvPr>
        </p:nvSpPr>
        <p:spPr>
          <a:xfrm>
            <a:off x="4645029" y="1815416"/>
            <a:ext cx="4041775" cy="329822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27921"/>
            <a:ext cx="3008313" cy="969990"/>
          </a:xfrm>
        </p:spPr>
        <p:txBody>
          <a:bodyPr anchor="b"/>
          <a:lstStyle>
            <a:lvl1pPr algn="l">
              <a:defRPr sz="23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1" y="227924"/>
            <a:ext cx="5111750" cy="4885723"/>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4" y="1197913"/>
            <a:ext cx="3008313" cy="3915735"/>
          </a:xfrm>
        </p:spPr>
        <p:txBody>
          <a:bodyPr/>
          <a:lstStyle>
            <a:lvl1pPr marL="0" indent="0">
              <a:buNone/>
              <a:defRPr sz="1600"/>
            </a:lvl1pPr>
            <a:lvl2pPr marL="515813" indent="0">
              <a:buNone/>
              <a:defRPr sz="1400"/>
            </a:lvl2pPr>
            <a:lvl3pPr marL="1031626" indent="0">
              <a:buNone/>
              <a:defRPr sz="1100"/>
            </a:lvl3pPr>
            <a:lvl4pPr marL="1547439" indent="0">
              <a:buNone/>
              <a:defRPr sz="1000"/>
            </a:lvl4pPr>
            <a:lvl5pPr marL="2063252" indent="0">
              <a:buNone/>
              <a:defRPr sz="1000"/>
            </a:lvl5pPr>
            <a:lvl6pPr marL="2579065" indent="0">
              <a:buNone/>
              <a:defRPr sz="1000"/>
            </a:lvl6pPr>
            <a:lvl7pPr marL="3094878" indent="0">
              <a:buNone/>
              <a:defRPr sz="1000"/>
            </a:lvl7pPr>
            <a:lvl8pPr marL="3610691" indent="0">
              <a:buNone/>
              <a:defRPr sz="1000"/>
            </a:lvl8pPr>
            <a:lvl9pPr marL="4126504"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7167"/>
            <a:ext cx="5486400" cy="473069"/>
          </a:xfrm>
        </p:spPr>
        <p:txBody>
          <a:bodyPr anchor="b"/>
          <a:lstStyle>
            <a:lvl1pPr algn="l">
              <a:defRPr sz="23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497"/>
            <a:ext cx="5486400" cy="3434715"/>
          </a:xfrm>
        </p:spPr>
        <p:txBody>
          <a:bodyPr/>
          <a:lstStyle>
            <a:lvl1pPr marL="0" indent="0">
              <a:buNone/>
              <a:defRPr sz="3600"/>
            </a:lvl1pPr>
            <a:lvl2pPr marL="515813" indent="0">
              <a:buNone/>
              <a:defRPr sz="3200"/>
            </a:lvl2pPr>
            <a:lvl3pPr marL="1031626" indent="0">
              <a:buNone/>
              <a:defRPr sz="2700"/>
            </a:lvl3pPr>
            <a:lvl4pPr marL="1547439" indent="0">
              <a:buNone/>
              <a:defRPr sz="2300"/>
            </a:lvl4pPr>
            <a:lvl5pPr marL="2063252" indent="0">
              <a:buNone/>
              <a:defRPr sz="2300"/>
            </a:lvl5pPr>
            <a:lvl6pPr marL="2579065" indent="0">
              <a:buNone/>
              <a:defRPr sz="2300"/>
            </a:lvl6pPr>
            <a:lvl7pPr marL="3094878" indent="0">
              <a:buNone/>
              <a:defRPr sz="2300"/>
            </a:lvl7pPr>
            <a:lvl8pPr marL="3610691" indent="0">
              <a:buNone/>
              <a:defRPr sz="2300"/>
            </a:lvl8pPr>
            <a:lvl9pPr marL="4126504" indent="0">
              <a:buNone/>
              <a:defRPr sz="2300"/>
            </a:lvl9pPr>
          </a:lstStyle>
          <a:p>
            <a:endParaRPr lang="zh-CN" altLang="en-US"/>
          </a:p>
        </p:txBody>
      </p:sp>
      <p:sp>
        <p:nvSpPr>
          <p:cNvPr id="4" name="文本占位符 3"/>
          <p:cNvSpPr>
            <a:spLocks noGrp="1"/>
          </p:cNvSpPr>
          <p:nvPr>
            <p:ph type="body" sz="half" idx="2"/>
          </p:nvPr>
        </p:nvSpPr>
        <p:spPr>
          <a:xfrm>
            <a:off x="1792288" y="4480238"/>
            <a:ext cx="5486400" cy="671837"/>
          </a:xfrm>
        </p:spPr>
        <p:txBody>
          <a:bodyPr/>
          <a:lstStyle>
            <a:lvl1pPr marL="0" indent="0">
              <a:buNone/>
              <a:defRPr sz="1600"/>
            </a:lvl1pPr>
            <a:lvl2pPr marL="515813" indent="0">
              <a:buNone/>
              <a:defRPr sz="1400"/>
            </a:lvl2pPr>
            <a:lvl3pPr marL="1031626" indent="0">
              <a:buNone/>
              <a:defRPr sz="1100"/>
            </a:lvl3pPr>
            <a:lvl4pPr marL="1547439" indent="0">
              <a:buNone/>
              <a:defRPr sz="1000"/>
            </a:lvl4pPr>
            <a:lvl5pPr marL="2063252" indent="0">
              <a:buNone/>
              <a:defRPr sz="1000"/>
            </a:lvl5pPr>
            <a:lvl6pPr marL="2579065" indent="0">
              <a:buNone/>
              <a:defRPr sz="1000"/>
            </a:lvl6pPr>
            <a:lvl7pPr marL="3094878" indent="0">
              <a:buNone/>
              <a:defRPr sz="1000"/>
            </a:lvl7pPr>
            <a:lvl8pPr marL="3610691" indent="0">
              <a:buNone/>
              <a:defRPr sz="1000"/>
            </a:lvl8pPr>
            <a:lvl9pPr marL="4126504"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9249"/>
            <a:ext cx="2057400" cy="488439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9249"/>
            <a:ext cx="6019800" cy="488439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9247"/>
            <a:ext cx="8229600" cy="954088"/>
          </a:xfrm>
          <a:prstGeom prst="rect">
            <a:avLst/>
          </a:prstGeom>
        </p:spPr>
        <p:txBody>
          <a:bodyPr vert="horz" lIns="103163" tIns="51581" rIns="103163" bIns="51581"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335725"/>
            <a:ext cx="8229600" cy="3777922"/>
          </a:xfrm>
          <a:prstGeom prst="rect">
            <a:avLst/>
          </a:prstGeom>
        </p:spPr>
        <p:txBody>
          <a:bodyPr vert="horz" lIns="103163" tIns="51581" rIns="103163" bIns="51581"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5305789"/>
            <a:ext cx="2133600" cy="304778"/>
          </a:xfrm>
          <a:prstGeom prst="rect">
            <a:avLst/>
          </a:prstGeom>
        </p:spPr>
        <p:txBody>
          <a:bodyPr vert="horz" lIns="103163" tIns="51581" rIns="103163" bIns="51581" rtlCol="0" anchor="ctr"/>
          <a:lstStyle>
            <a:lvl1pPr algn="l">
              <a:defRPr sz="1400">
                <a:solidFill>
                  <a:schemeClr val="tx1">
                    <a:tint val="75000"/>
                  </a:schemeClr>
                </a:solidFill>
              </a:defRPr>
            </a:lvl1pPr>
          </a:lstStyle>
          <a:p>
            <a:fld id="{530820CF-B880-4189-942D-D702A7CBA730}" type="datetimeFigureOut">
              <a:rPr lang="zh-CN" altLang="en-US" smtClean="0"/>
              <a:pPr/>
              <a:t>2020/6/23</a:t>
            </a:fld>
            <a:endParaRPr lang="zh-CN" altLang="en-US"/>
          </a:p>
        </p:txBody>
      </p:sp>
      <p:sp>
        <p:nvSpPr>
          <p:cNvPr id="5" name="页脚占位符 4"/>
          <p:cNvSpPr>
            <a:spLocks noGrp="1"/>
          </p:cNvSpPr>
          <p:nvPr>
            <p:ph type="ftr" sz="quarter" idx="3"/>
          </p:nvPr>
        </p:nvSpPr>
        <p:spPr>
          <a:xfrm>
            <a:off x="3124200" y="5305789"/>
            <a:ext cx="2895600" cy="304778"/>
          </a:xfrm>
          <a:prstGeom prst="rect">
            <a:avLst/>
          </a:prstGeom>
        </p:spPr>
        <p:txBody>
          <a:bodyPr vert="horz" lIns="103163" tIns="51581" rIns="103163" bIns="51581" rtlCol="0" anchor="ctr"/>
          <a:lstStyle>
            <a:lvl1pPr algn="ctr">
              <a:defRPr sz="14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5305789"/>
            <a:ext cx="2133600" cy="304778"/>
          </a:xfrm>
          <a:prstGeom prst="rect">
            <a:avLst/>
          </a:prstGeom>
        </p:spPr>
        <p:txBody>
          <a:bodyPr vert="horz" lIns="103163" tIns="51581" rIns="103163" bIns="51581" rtlCol="0" anchor="ctr"/>
          <a:lstStyle>
            <a:lvl1pPr algn="r">
              <a:defRPr sz="14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6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ctr" defTabSz="1031626" rtl="0" eaLnBrk="1" latinLnBrk="0" hangingPunct="1">
        <a:spcBef>
          <a:spcPct val="0"/>
        </a:spcBef>
        <a:buNone/>
        <a:defRPr sz="5000" kern="1200">
          <a:solidFill>
            <a:schemeClr val="tx1"/>
          </a:solidFill>
          <a:latin typeface="+mj-lt"/>
          <a:ea typeface="+mj-ea"/>
          <a:cs typeface="+mj-cs"/>
        </a:defRPr>
      </a:lvl1pPr>
    </p:titleStyle>
    <p:bodyStyle>
      <a:lvl1pPr marL="386860" indent="-386860" algn="l" defTabSz="1031626"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38196" indent="-322383" algn="l" defTabSz="1031626"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289533" indent="-257907" algn="l" defTabSz="1031626"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05346" indent="-257907" algn="l" defTabSz="1031626"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21159" indent="-257907" algn="l" defTabSz="1031626"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36972" indent="-257907" algn="l" defTabSz="1031626"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52785" indent="-257907" algn="l" defTabSz="1031626"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868598" indent="-257907" algn="l" defTabSz="1031626"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384411" indent="-257907" algn="l" defTabSz="1031626"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zh-CN"/>
      </a:defPPr>
      <a:lvl1pPr marL="0" algn="l" defTabSz="1031626" rtl="0" eaLnBrk="1" latinLnBrk="0" hangingPunct="1">
        <a:defRPr sz="2000" kern="1200">
          <a:solidFill>
            <a:schemeClr val="tx1"/>
          </a:solidFill>
          <a:latin typeface="+mn-lt"/>
          <a:ea typeface="+mn-ea"/>
          <a:cs typeface="+mn-cs"/>
        </a:defRPr>
      </a:lvl1pPr>
      <a:lvl2pPr marL="515813" algn="l" defTabSz="1031626" rtl="0" eaLnBrk="1" latinLnBrk="0" hangingPunct="1">
        <a:defRPr sz="2000" kern="1200">
          <a:solidFill>
            <a:schemeClr val="tx1"/>
          </a:solidFill>
          <a:latin typeface="+mn-lt"/>
          <a:ea typeface="+mn-ea"/>
          <a:cs typeface="+mn-cs"/>
        </a:defRPr>
      </a:lvl2pPr>
      <a:lvl3pPr marL="1031626" algn="l" defTabSz="1031626" rtl="0" eaLnBrk="1" latinLnBrk="0" hangingPunct="1">
        <a:defRPr sz="2000" kern="1200">
          <a:solidFill>
            <a:schemeClr val="tx1"/>
          </a:solidFill>
          <a:latin typeface="+mn-lt"/>
          <a:ea typeface="+mn-ea"/>
          <a:cs typeface="+mn-cs"/>
        </a:defRPr>
      </a:lvl3pPr>
      <a:lvl4pPr marL="1547439" algn="l" defTabSz="1031626" rtl="0" eaLnBrk="1" latinLnBrk="0" hangingPunct="1">
        <a:defRPr sz="2000" kern="1200">
          <a:solidFill>
            <a:schemeClr val="tx1"/>
          </a:solidFill>
          <a:latin typeface="+mn-lt"/>
          <a:ea typeface="+mn-ea"/>
          <a:cs typeface="+mn-cs"/>
        </a:defRPr>
      </a:lvl4pPr>
      <a:lvl5pPr marL="2063252" algn="l" defTabSz="1031626" rtl="0" eaLnBrk="1" latinLnBrk="0" hangingPunct="1">
        <a:defRPr sz="2000" kern="1200">
          <a:solidFill>
            <a:schemeClr val="tx1"/>
          </a:solidFill>
          <a:latin typeface="+mn-lt"/>
          <a:ea typeface="+mn-ea"/>
          <a:cs typeface="+mn-cs"/>
        </a:defRPr>
      </a:lvl5pPr>
      <a:lvl6pPr marL="2579065" algn="l" defTabSz="1031626" rtl="0" eaLnBrk="1" latinLnBrk="0" hangingPunct="1">
        <a:defRPr sz="2000" kern="1200">
          <a:solidFill>
            <a:schemeClr val="tx1"/>
          </a:solidFill>
          <a:latin typeface="+mn-lt"/>
          <a:ea typeface="+mn-ea"/>
          <a:cs typeface="+mn-cs"/>
        </a:defRPr>
      </a:lvl6pPr>
      <a:lvl7pPr marL="3094878" algn="l" defTabSz="1031626" rtl="0" eaLnBrk="1" latinLnBrk="0" hangingPunct="1">
        <a:defRPr sz="2000" kern="1200">
          <a:solidFill>
            <a:schemeClr val="tx1"/>
          </a:solidFill>
          <a:latin typeface="+mn-lt"/>
          <a:ea typeface="+mn-ea"/>
          <a:cs typeface="+mn-cs"/>
        </a:defRPr>
      </a:lvl7pPr>
      <a:lvl8pPr marL="3610691" algn="l" defTabSz="1031626" rtl="0" eaLnBrk="1" latinLnBrk="0" hangingPunct="1">
        <a:defRPr sz="2000" kern="1200">
          <a:solidFill>
            <a:schemeClr val="tx1"/>
          </a:solidFill>
          <a:latin typeface="+mn-lt"/>
          <a:ea typeface="+mn-ea"/>
          <a:cs typeface="+mn-cs"/>
        </a:defRPr>
      </a:lvl8pPr>
      <a:lvl9pPr marL="4126504" algn="l" defTabSz="1031626"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slide" Target="slide8.xml"/><Relationship Id="rId1" Type="http://schemas.openxmlformats.org/officeDocument/2006/relationships/slideLayout" Target="../slideLayouts/slideLayout1.xml"/><Relationship Id="rId4" Type="http://schemas.openxmlformats.org/officeDocument/2006/relationships/slide" Target="slide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40.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slide" Target="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Microsoft_Word_97_-_2003___1.doc"/><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wmf"/></Relationships>
</file>

<file path=ppt/slides/_rels/slide3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13.emf"/><Relationship Id="rId4" Type="http://schemas.openxmlformats.org/officeDocument/2006/relationships/package" Target="../embeddings/Microsoft_Visio___1.vsdx"/></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椭圆 15"/>
          <p:cNvSpPr/>
          <p:nvPr/>
        </p:nvSpPr>
        <p:spPr>
          <a:xfrm>
            <a:off x="-541708" y="3790956"/>
            <a:ext cx="1898998" cy="2321630"/>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17" name="椭圆 16"/>
          <p:cNvSpPr/>
          <p:nvPr/>
        </p:nvSpPr>
        <p:spPr>
          <a:xfrm>
            <a:off x="2195736" y="4506161"/>
            <a:ext cx="1584176" cy="1763673"/>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0" name="椭圆 19"/>
          <p:cNvSpPr/>
          <p:nvPr/>
        </p:nvSpPr>
        <p:spPr>
          <a:xfrm>
            <a:off x="1982565" y="4144933"/>
            <a:ext cx="438268" cy="487927"/>
          </a:xfrm>
          <a:prstGeom prst="ellipse">
            <a:avLst/>
          </a:prstGeom>
          <a:noFill/>
          <a:ln w="9525">
            <a:gradFill>
              <a:gsLst>
                <a:gs pos="100000">
                  <a:srgbClr val="108692"/>
                </a:gs>
                <a:gs pos="0">
                  <a:srgbClr val="16B2C1"/>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3" name="椭圆 22"/>
          <p:cNvSpPr/>
          <p:nvPr/>
        </p:nvSpPr>
        <p:spPr>
          <a:xfrm>
            <a:off x="7572396" y="3362328"/>
            <a:ext cx="2376264" cy="2645510"/>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3" name="椭圆 42"/>
          <p:cNvSpPr/>
          <p:nvPr/>
        </p:nvSpPr>
        <p:spPr>
          <a:xfrm>
            <a:off x="3561704" y="3862394"/>
            <a:ext cx="2387800" cy="2658353"/>
          </a:xfrm>
          <a:prstGeom prst="ellipse">
            <a:avLst/>
          </a:prstGeom>
          <a:noFill/>
          <a:ln w="9525">
            <a:gradFill>
              <a:gsLst>
                <a:gs pos="100000">
                  <a:srgbClr val="89A13D"/>
                </a:gs>
                <a:gs pos="0">
                  <a:srgbClr val="B2D138"/>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4" name="椭圆 43"/>
          <p:cNvSpPr/>
          <p:nvPr/>
        </p:nvSpPr>
        <p:spPr>
          <a:xfrm>
            <a:off x="6929454" y="3576642"/>
            <a:ext cx="936104" cy="1042171"/>
          </a:xfrm>
          <a:prstGeom prst="ellipse">
            <a:avLst/>
          </a:prstGeom>
          <a:noFill/>
          <a:ln w="9525">
            <a:gradFill>
              <a:gsLst>
                <a:gs pos="100000">
                  <a:srgbClr val="E33F24"/>
                </a:gs>
                <a:gs pos="0">
                  <a:srgbClr val="F26434"/>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45" name="椭圆 44"/>
          <p:cNvSpPr/>
          <p:nvPr/>
        </p:nvSpPr>
        <p:spPr>
          <a:xfrm>
            <a:off x="6156176" y="4642747"/>
            <a:ext cx="1605507" cy="1787421"/>
          </a:xfrm>
          <a:prstGeom prst="ellipse">
            <a:avLst/>
          </a:prstGeom>
          <a:noFill/>
          <a:ln w="9525">
            <a:gradFill>
              <a:gsLst>
                <a:gs pos="100000">
                  <a:srgbClr val="138F81"/>
                </a:gs>
                <a:gs pos="0">
                  <a:srgbClr val="19BAA9"/>
                </a:gs>
              </a:gsLst>
              <a:lin ang="27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sp>
        <p:nvSpPr>
          <p:cNvPr id="29" name="标题 1"/>
          <p:cNvSpPr txBox="1">
            <a:spLocks/>
          </p:cNvSpPr>
          <p:nvPr/>
        </p:nvSpPr>
        <p:spPr>
          <a:xfrm>
            <a:off x="832048" y="1433502"/>
            <a:ext cx="7772400" cy="1506496"/>
          </a:xfrm>
          <a:prstGeom prst="rect">
            <a:avLst/>
          </a:prstGeom>
        </p:spPr>
        <p:txBody>
          <a:bodyPr vert="horz" lIns="103163" tIns="51581" rIns="103163" bIns="51581" rtlCol="0" anchor="ctr">
            <a:noAutofit/>
          </a:bodyPr>
          <a:lstStyle/>
          <a:p>
            <a:pPr algn="ctr">
              <a:lnSpc>
                <a:spcPct val="170000"/>
              </a:lnSpc>
              <a:spcBef>
                <a:spcPct val="0"/>
              </a:spcBef>
              <a:defRPr/>
            </a:pP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内审及管理</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评审基础</a:t>
            </a:r>
            <a:endParaRPr lang="en-US" altLang="zh-CN" sz="32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70000"/>
              </a:lnSpc>
              <a:spcBef>
                <a:spcPct val="0"/>
              </a:spcBef>
              <a:defRPr/>
            </a:pP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知识和流程</a:t>
            </a:r>
            <a:r>
              <a:rPr lang="zh-CN" altLang="en-US" sz="3200" b="1" dirty="0" smtClean="0">
                <a:solidFill>
                  <a:schemeClr val="tx1">
                    <a:lumMod val="65000"/>
                    <a:lumOff val="35000"/>
                  </a:schemeClr>
                </a:solidFill>
                <a:latin typeface="微软雅黑" panose="020B0503020204020204" pitchFamily="34" charset="-122"/>
                <a:ea typeface="微软雅黑" panose="020B0503020204020204" pitchFamily="34" charset="-122"/>
              </a:rPr>
              <a:t>培训</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33241934"/>
      </p:ext>
    </p:extLst>
  </p:cSld>
  <p:clrMapOvr>
    <a:masterClrMapping/>
  </p:clrMapOvr>
  <p:transition spd="slow"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00"/>
                                  </p:stCondLst>
                                  <p:childTnLst>
                                    <p:set>
                                      <p:cBhvr>
                                        <p:cTn id="6" dur="1" fill="hold">
                                          <p:stCondLst>
                                            <p:cond delay="0"/>
                                          </p:stCondLst>
                                        </p:cTn>
                                        <p:tgtEl>
                                          <p:spTgt spid="16"/>
                                        </p:tgtEl>
                                        <p:attrNameLst>
                                          <p:attrName>style.visibility</p:attrName>
                                        </p:attrNameLst>
                                      </p:cBhvr>
                                      <p:to>
                                        <p:strVal val="visible"/>
                                      </p:to>
                                    </p:set>
                                    <p:anim calcmode="lin" valueType="num">
                                      <p:cBhvr>
                                        <p:cTn id="7" dur="300" fill="hold"/>
                                        <p:tgtEl>
                                          <p:spTgt spid="16"/>
                                        </p:tgtEl>
                                        <p:attrNameLst>
                                          <p:attrName>ppt_w</p:attrName>
                                        </p:attrNameLst>
                                      </p:cBhvr>
                                      <p:tavLst>
                                        <p:tav tm="0">
                                          <p:val>
                                            <p:fltVal val="0"/>
                                          </p:val>
                                        </p:tav>
                                        <p:tav tm="100000">
                                          <p:val>
                                            <p:strVal val="#ppt_w"/>
                                          </p:val>
                                        </p:tav>
                                      </p:tavLst>
                                    </p:anim>
                                    <p:anim calcmode="lin" valueType="num">
                                      <p:cBhvr>
                                        <p:cTn id="8" dur="300" fill="hold"/>
                                        <p:tgtEl>
                                          <p:spTgt spid="16"/>
                                        </p:tgtEl>
                                        <p:attrNameLst>
                                          <p:attrName>ppt_h</p:attrName>
                                        </p:attrNameLst>
                                      </p:cBhvr>
                                      <p:tavLst>
                                        <p:tav tm="0">
                                          <p:val>
                                            <p:fltVal val="0"/>
                                          </p:val>
                                        </p:tav>
                                        <p:tav tm="100000">
                                          <p:val>
                                            <p:strVal val="#ppt_h"/>
                                          </p:val>
                                        </p:tav>
                                      </p:tavLst>
                                    </p:anim>
                                    <p:animEffect transition="in" filter="fade">
                                      <p:cBhvr>
                                        <p:cTn id="9" dur="300"/>
                                        <p:tgtEl>
                                          <p:spTgt spid="16"/>
                                        </p:tgtEl>
                                      </p:cBhvr>
                                    </p:animEffect>
                                  </p:childTnLst>
                                </p:cTn>
                              </p:par>
                              <p:par>
                                <p:cTn id="10" presetID="6" presetClass="emph" presetSubtype="0" autoRev="1" fill="hold" grpId="1" nodeType="withEffect">
                                  <p:stCondLst>
                                    <p:cond delay="400"/>
                                  </p:stCondLst>
                                  <p:childTnLst>
                                    <p:animScale>
                                      <p:cBhvr>
                                        <p:cTn id="11" dur="150" fill="hold"/>
                                        <p:tgtEl>
                                          <p:spTgt spid="16"/>
                                        </p:tgtEl>
                                      </p:cBhvr>
                                      <p:by x="110000" y="110000"/>
                                    </p:animScale>
                                  </p:childTnLst>
                                </p:cTn>
                              </p:par>
                              <p:par>
                                <p:cTn id="12" presetID="53" presetClass="entr" presetSubtype="16" fill="hold" grpId="0" nodeType="withEffect">
                                  <p:stCondLst>
                                    <p:cond delay="600"/>
                                  </p:stCondLst>
                                  <p:childTnLst>
                                    <p:set>
                                      <p:cBhvr>
                                        <p:cTn id="13" dur="1" fill="hold">
                                          <p:stCondLst>
                                            <p:cond delay="0"/>
                                          </p:stCondLst>
                                        </p:cTn>
                                        <p:tgtEl>
                                          <p:spTgt spid="17"/>
                                        </p:tgtEl>
                                        <p:attrNameLst>
                                          <p:attrName>style.visibility</p:attrName>
                                        </p:attrNameLst>
                                      </p:cBhvr>
                                      <p:to>
                                        <p:strVal val="visible"/>
                                      </p:to>
                                    </p:set>
                                    <p:anim calcmode="lin" valueType="num">
                                      <p:cBhvr>
                                        <p:cTn id="14" dur="300" fill="hold"/>
                                        <p:tgtEl>
                                          <p:spTgt spid="17"/>
                                        </p:tgtEl>
                                        <p:attrNameLst>
                                          <p:attrName>ppt_w</p:attrName>
                                        </p:attrNameLst>
                                      </p:cBhvr>
                                      <p:tavLst>
                                        <p:tav tm="0">
                                          <p:val>
                                            <p:fltVal val="0"/>
                                          </p:val>
                                        </p:tav>
                                        <p:tav tm="100000">
                                          <p:val>
                                            <p:strVal val="#ppt_w"/>
                                          </p:val>
                                        </p:tav>
                                      </p:tavLst>
                                    </p:anim>
                                    <p:anim calcmode="lin" valueType="num">
                                      <p:cBhvr>
                                        <p:cTn id="15" dur="300" fill="hold"/>
                                        <p:tgtEl>
                                          <p:spTgt spid="17"/>
                                        </p:tgtEl>
                                        <p:attrNameLst>
                                          <p:attrName>ppt_h</p:attrName>
                                        </p:attrNameLst>
                                      </p:cBhvr>
                                      <p:tavLst>
                                        <p:tav tm="0">
                                          <p:val>
                                            <p:fltVal val="0"/>
                                          </p:val>
                                        </p:tav>
                                        <p:tav tm="100000">
                                          <p:val>
                                            <p:strVal val="#ppt_h"/>
                                          </p:val>
                                        </p:tav>
                                      </p:tavLst>
                                    </p:anim>
                                    <p:animEffect transition="in" filter="fade">
                                      <p:cBhvr>
                                        <p:cTn id="16" dur="300"/>
                                        <p:tgtEl>
                                          <p:spTgt spid="17"/>
                                        </p:tgtEl>
                                      </p:cBhvr>
                                    </p:animEffect>
                                  </p:childTnLst>
                                </p:cTn>
                              </p:par>
                              <p:par>
                                <p:cTn id="17" presetID="6" presetClass="emph" presetSubtype="0" autoRev="1" fill="hold" grpId="1" nodeType="withEffect">
                                  <p:stCondLst>
                                    <p:cond delay="900"/>
                                  </p:stCondLst>
                                  <p:childTnLst>
                                    <p:animScale>
                                      <p:cBhvr>
                                        <p:cTn id="18" dur="150" fill="hold"/>
                                        <p:tgtEl>
                                          <p:spTgt spid="17"/>
                                        </p:tgtEl>
                                      </p:cBhvr>
                                      <p:by x="110000" y="110000"/>
                                    </p:animScale>
                                  </p:childTnLst>
                                </p:cTn>
                              </p:par>
                              <p:par>
                                <p:cTn id="19" presetID="53" presetClass="entr" presetSubtype="16" fill="hold" grpId="0" nodeType="withEffect">
                                  <p:stCondLst>
                                    <p:cond delay="1100"/>
                                  </p:stCondLst>
                                  <p:childTnLst>
                                    <p:set>
                                      <p:cBhvr>
                                        <p:cTn id="20" dur="1" fill="hold">
                                          <p:stCondLst>
                                            <p:cond delay="0"/>
                                          </p:stCondLst>
                                        </p:cTn>
                                        <p:tgtEl>
                                          <p:spTgt spid="20"/>
                                        </p:tgtEl>
                                        <p:attrNameLst>
                                          <p:attrName>style.visibility</p:attrName>
                                        </p:attrNameLst>
                                      </p:cBhvr>
                                      <p:to>
                                        <p:strVal val="visible"/>
                                      </p:to>
                                    </p:set>
                                    <p:anim calcmode="lin" valueType="num">
                                      <p:cBhvr>
                                        <p:cTn id="21" dur="300" fill="hold"/>
                                        <p:tgtEl>
                                          <p:spTgt spid="20"/>
                                        </p:tgtEl>
                                        <p:attrNameLst>
                                          <p:attrName>ppt_w</p:attrName>
                                        </p:attrNameLst>
                                      </p:cBhvr>
                                      <p:tavLst>
                                        <p:tav tm="0">
                                          <p:val>
                                            <p:fltVal val="0"/>
                                          </p:val>
                                        </p:tav>
                                        <p:tav tm="100000">
                                          <p:val>
                                            <p:strVal val="#ppt_w"/>
                                          </p:val>
                                        </p:tav>
                                      </p:tavLst>
                                    </p:anim>
                                    <p:anim calcmode="lin" valueType="num">
                                      <p:cBhvr>
                                        <p:cTn id="22" dur="300" fill="hold"/>
                                        <p:tgtEl>
                                          <p:spTgt spid="20"/>
                                        </p:tgtEl>
                                        <p:attrNameLst>
                                          <p:attrName>ppt_h</p:attrName>
                                        </p:attrNameLst>
                                      </p:cBhvr>
                                      <p:tavLst>
                                        <p:tav tm="0">
                                          <p:val>
                                            <p:fltVal val="0"/>
                                          </p:val>
                                        </p:tav>
                                        <p:tav tm="100000">
                                          <p:val>
                                            <p:strVal val="#ppt_h"/>
                                          </p:val>
                                        </p:tav>
                                      </p:tavLst>
                                    </p:anim>
                                    <p:animEffect transition="in" filter="fade">
                                      <p:cBhvr>
                                        <p:cTn id="23" dur="300"/>
                                        <p:tgtEl>
                                          <p:spTgt spid="20"/>
                                        </p:tgtEl>
                                      </p:cBhvr>
                                    </p:animEffect>
                                  </p:childTnLst>
                                </p:cTn>
                              </p:par>
                              <p:par>
                                <p:cTn id="24" presetID="6" presetClass="emph" presetSubtype="0" autoRev="1" fill="hold" grpId="1" nodeType="withEffect">
                                  <p:stCondLst>
                                    <p:cond delay="1400"/>
                                  </p:stCondLst>
                                  <p:childTnLst>
                                    <p:animScale>
                                      <p:cBhvr>
                                        <p:cTn id="25" dur="150" fill="hold"/>
                                        <p:tgtEl>
                                          <p:spTgt spid="20"/>
                                        </p:tgtEl>
                                      </p:cBhvr>
                                      <p:by x="110000" y="110000"/>
                                    </p:animScale>
                                  </p:childTnLst>
                                </p:cTn>
                              </p:par>
                              <p:par>
                                <p:cTn id="26" presetID="53" presetClass="entr" presetSubtype="16" fill="hold" grpId="0" nodeType="withEffect">
                                  <p:stCondLst>
                                    <p:cond delay="1600"/>
                                  </p:stCondLst>
                                  <p:childTnLst>
                                    <p:set>
                                      <p:cBhvr>
                                        <p:cTn id="27" dur="1" fill="hold">
                                          <p:stCondLst>
                                            <p:cond delay="0"/>
                                          </p:stCondLst>
                                        </p:cTn>
                                        <p:tgtEl>
                                          <p:spTgt spid="23"/>
                                        </p:tgtEl>
                                        <p:attrNameLst>
                                          <p:attrName>style.visibility</p:attrName>
                                        </p:attrNameLst>
                                      </p:cBhvr>
                                      <p:to>
                                        <p:strVal val="visible"/>
                                      </p:to>
                                    </p:set>
                                    <p:anim calcmode="lin" valueType="num">
                                      <p:cBhvr>
                                        <p:cTn id="28" dur="300" fill="hold"/>
                                        <p:tgtEl>
                                          <p:spTgt spid="23"/>
                                        </p:tgtEl>
                                        <p:attrNameLst>
                                          <p:attrName>ppt_w</p:attrName>
                                        </p:attrNameLst>
                                      </p:cBhvr>
                                      <p:tavLst>
                                        <p:tav tm="0">
                                          <p:val>
                                            <p:fltVal val="0"/>
                                          </p:val>
                                        </p:tav>
                                        <p:tav tm="100000">
                                          <p:val>
                                            <p:strVal val="#ppt_w"/>
                                          </p:val>
                                        </p:tav>
                                      </p:tavLst>
                                    </p:anim>
                                    <p:anim calcmode="lin" valueType="num">
                                      <p:cBhvr>
                                        <p:cTn id="29" dur="300" fill="hold"/>
                                        <p:tgtEl>
                                          <p:spTgt spid="23"/>
                                        </p:tgtEl>
                                        <p:attrNameLst>
                                          <p:attrName>ppt_h</p:attrName>
                                        </p:attrNameLst>
                                      </p:cBhvr>
                                      <p:tavLst>
                                        <p:tav tm="0">
                                          <p:val>
                                            <p:fltVal val="0"/>
                                          </p:val>
                                        </p:tav>
                                        <p:tav tm="100000">
                                          <p:val>
                                            <p:strVal val="#ppt_h"/>
                                          </p:val>
                                        </p:tav>
                                      </p:tavLst>
                                    </p:anim>
                                    <p:animEffect transition="in" filter="fade">
                                      <p:cBhvr>
                                        <p:cTn id="30" dur="300"/>
                                        <p:tgtEl>
                                          <p:spTgt spid="23"/>
                                        </p:tgtEl>
                                      </p:cBhvr>
                                    </p:animEffect>
                                  </p:childTnLst>
                                </p:cTn>
                              </p:par>
                              <p:par>
                                <p:cTn id="31" presetID="6" presetClass="emph" presetSubtype="0" autoRev="1" fill="hold" grpId="1" nodeType="withEffect">
                                  <p:stCondLst>
                                    <p:cond delay="1900"/>
                                  </p:stCondLst>
                                  <p:childTnLst>
                                    <p:animScale>
                                      <p:cBhvr>
                                        <p:cTn id="32" dur="150" fill="hold"/>
                                        <p:tgtEl>
                                          <p:spTgt spid="23"/>
                                        </p:tgtEl>
                                      </p:cBhvr>
                                      <p:by x="110000" y="110000"/>
                                    </p:animScale>
                                  </p:childTnLst>
                                </p:cTn>
                              </p:par>
                              <p:par>
                                <p:cTn id="33" presetID="53" presetClass="entr" presetSubtype="16" fill="hold" grpId="0" nodeType="withEffect">
                                  <p:stCondLst>
                                    <p:cond delay="1100"/>
                                  </p:stCondLst>
                                  <p:childTnLst>
                                    <p:set>
                                      <p:cBhvr>
                                        <p:cTn id="34" dur="1" fill="hold">
                                          <p:stCondLst>
                                            <p:cond delay="0"/>
                                          </p:stCondLst>
                                        </p:cTn>
                                        <p:tgtEl>
                                          <p:spTgt spid="43"/>
                                        </p:tgtEl>
                                        <p:attrNameLst>
                                          <p:attrName>style.visibility</p:attrName>
                                        </p:attrNameLst>
                                      </p:cBhvr>
                                      <p:to>
                                        <p:strVal val="visible"/>
                                      </p:to>
                                    </p:set>
                                    <p:anim calcmode="lin" valueType="num">
                                      <p:cBhvr>
                                        <p:cTn id="35" dur="300" fill="hold"/>
                                        <p:tgtEl>
                                          <p:spTgt spid="43"/>
                                        </p:tgtEl>
                                        <p:attrNameLst>
                                          <p:attrName>ppt_w</p:attrName>
                                        </p:attrNameLst>
                                      </p:cBhvr>
                                      <p:tavLst>
                                        <p:tav tm="0">
                                          <p:val>
                                            <p:fltVal val="0"/>
                                          </p:val>
                                        </p:tav>
                                        <p:tav tm="100000">
                                          <p:val>
                                            <p:strVal val="#ppt_w"/>
                                          </p:val>
                                        </p:tav>
                                      </p:tavLst>
                                    </p:anim>
                                    <p:anim calcmode="lin" valueType="num">
                                      <p:cBhvr>
                                        <p:cTn id="36" dur="300" fill="hold"/>
                                        <p:tgtEl>
                                          <p:spTgt spid="43"/>
                                        </p:tgtEl>
                                        <p:attrNameLst>
                                          <p:attrName>ppt_h</p:attrName>
                                        </p:attrNameLst>
                                      </p:cBhvr>
                                      <p:tavLst>
                                        <p:tav tm="0">
                                          <p:val>
                                            <p:fltVal val="0"/>
                                          </p:val>
                                        </p:tav>
                                        <p:tav tm="100000">
                                          <p:val>
                                            <p:strVal val="#ppt_h"/>
                                          </p:val>
                                        </p:tav>
                                      </p:tavLst>
                                    </p:anim>
                                    <p:animEffect transition="in" filter="fade">
                                      <p:cBhvr>
                                        <p:cTn id="37" dur="300"/>
                                        <p:tgtEl>
                                          <p:spTgt spid="43"/>
                                        </p:tgtEl>
                                      </p:cBhvr>
                                    </p:animEffect>
                                  </p:childTnLst>
                                </p:cTn>
                              </p:par>
                              <p:par>
                                <p:cTn id="38" presetID="6" presetClass="emph" presetSubtype="0" autoRev="1" fill="hold" grpId="1" nodeType="withEffect">
                                  <p:stCondLst>
                                    <p:cond delay="1400"/>
                                  </p:stCondLst>
                                  <p:childTnLst>
                                    <p:animScale>
                                      <p:cBhvr>
                                        <p:cTn id="39" dur="150" fill="hold"/>
                                        <p:tgtEl>
                                          <p:spTgt spid="43"/>
                                        </p:tgtEl>
                                      </p:cBhvr>
                                      <p:by x="110000" y="110000"/>
                                    </p:animScale>
                                  </p:childTnLst>
                                </p:cTn>
                              </p:par>
                              <p:par>
                                <p:cTn id="40" presetID="53" presetClass="entr" presetSubtype="16" fill="hold" grpId="0" nodeType="withEffect">
                                  <p:stCondLst>
                                    <p:cond delay="600"/>
                                  </p:stCondLst>
                                  <p:childTnLst>
                                    <p:set>
                                      <p:cBhvr>
                                        <p:cTn id="41" dur="1" fill="hold">
                                          <p:stCondLst>
                                            <p:cond delay="0"/>
                                          </p:stCondLst>
                                        </p:cTn>
                                        <p:tgtEl>
                                          <p:spTgt spid="44"/>
                                        </p:tgtEl>
                                        <p:attrNameLst>
                                          <p:attrName>style.visibility</p:attrName>
                                        </p:attrNameLst>
                                      </p:cBhvr>
                                      <p:to>
                                        <p:strVal val="visible"/>
                                      </p:to>
                                    </p:set>
                                    <p:anim calcmode="lin" valueType="num">
                                      <p:cBhvr>
                                        <p:cTn id="42" dur="300" fill="hold"/>
                                        <p:tgtEl>
                                          <p:spTgt spid="44"/>
                                        </p:tgtEl>
                                        <p:attrNameLst>
                                          <p:attrName>ppt_w</p:attrName>
                                        </p:attrNameLst>
                                      </p:cBhvr>
                                      <p:tavLst>
                                        <p:tav tm="0">
                                          <p:val>
                                            <p:fltVal val="0"/>
                                          </p:val>
                                        </p:tav>
                                        <p:tav tm="100000">
                                          <p:val>
                                            <p:strVal val="#ppt_w"/>
                                          </p:val>
                                        </p:tav>
                                      </p:tavLst>
                                    </p:anim>
                                    <p:anim calcmode="lin" valueType="num">
                                      <p:cBhvr>
                                        <p:cTn id="43" dur="300" fill="hold"/>
                                        <p:tgtEl>
                                          <p:spTgt spid="44"/>
                                        </p:tgtEl>
                                        <p:attrNameLst>
                                          <p:attrName>ppt_h</p:attrName>
                                        </p:attrNameLst>
                                      </p:cBhvr>
                                      <p:tavLst>
                                        <p:tav tm="0">
                                          <p:val>
                                            <p:fltVal val="0"/>
                                          </p:val>
                                        </p:tav>
                                        <p:tav tm="100000">
                                          <p:val>
                                            <p:strVal val="#ppt_h"/>
                                          </p:val>
                                        </p:tav>
                                      </p:tavLst>
                                    </p:anim>
                                    <p:animEffect transition="in" filter="fade">
                                      <p:cBhvr>
                                        <p:cTn id="44" dur="300"/>
                                        <p:tgtEl>
                                          <p:spTgt spid="44"/>
                                        </p:tgtEl>
                                      </p:cBhvr>
                                    </p:animEffect>
                                  </p:childTnLst>
                                </p:cTn>
                              </p:par>
                              <p:par>
                                <p:cTn id="45" presetID="6" presetClass="emph" presetSubtype="0" autoRev="1" fill="hold" grpId="1" nodeType="withEffect">
                                  <p:stCondLst>
                                    <p:cond delay="900"/>
                                  </p:stCondLst>
                                  <p:childTnLst>
                                    <p:animScale>
                                      <p:cBhvr>
                                        <p:cTn id="46" dur="150" fill="hold"/>
                                        <p:tgtEl>
                                          <p:spTgt spid="44"/>
                                        </p:tgtEl>
                                      </p:cBhvr>
                                      <p:by x="110000" y="110000"/>
                                    </p:animScale>
                                  </p:childTnLst>
                                </p:cTn>
                              </p:par>
                              <p:par>
                                <p:cTn id="47" presetID="53" presetClass="entr" presetSubtype="16" fill="hold" grpId="0" nodeType="withEffect">
                                  <p:stCondLst>
                                    <p:cond delay="100"/>
                                  </p:stCondLst>
                                  <p:childTnLst>
                                    <p:set>
                                      <p:cBhvr>
                                        <p:cTn id="48" dur="1" fill="hold">
                                          <p:stCondLst>
                                            <p:cond delay="0"/>
                                          </p:stCondLst>
                                        </p:cTn>
                                        <p:tgtEl>
                                          <p:spTgt spid="45"/>
                                        </p:tgtEl>
                                        <p:attrNameLst>
                                          <p:attrName>style.visibility</p:attrName>
                                        </p:attrNameLst>
                                      </p:cBhvr>
                                      <p:to>
                                        <p:strVal val="visible"/>
                                      </p:to>
                                    </p:set>
                                    <p:anim calcmode="lin" valueType="num">
                                      <p:cBhvr>
                                        <p:cTn id="49" dur="300" fill="hold"/>
                                        <p:tgtEl>
                                          <p:spTgt spid="45"/>
                                        </p:tgtEl>
                                        <p:attrNameLst>
                                          <p:attrName>ppt_w</p:attrName>
                                        </p:attrNameLst>
                                      </p:cBhvr>
                                      <p:tavLst>
                                        <p:tav tm="0">
                                          <p:val>
                                            <p:fltVal val="0"/>
                                          </p:val>
                                        </p:tav>
                                        <p:tav tm="100000">
                                          <p:val>
                                            <p:strVal val="#ppt_w"/>
                                          </p:val>
                                        </p:tav>
                                      </p:tavLst>
                                    </p:anim>
                                    <p:anim calcmode="lin" valueType="num">
                                      <p:cBhvr>
                                        <p:cTn id="50" dur="300" fill="hold"/>
                                        <p:tgtEl>
                                          <p:spTgt spid="45"/>
                                        </p:tgtEl>
                                        <p:attrNameLst>
                                          <p:attrName>ppt_h</p:attrName>
                                        </p:attrNameLst>
                                      </p:cBhvr>
                                      <p:tavLst>
                                        <p:tav tm="0">
                                          <p:val>
                                            <p:fltVal val="0"/>
                                          </p:val>
                                        </p:tav>
                                        <p:tav tm="100000">
                                          <p:val>
                                            <p:strVal val="#ppt_h"/>
                                          </p:val>
                                        </p:tav>
                                      </p:tavLst>
                                    </p:anim>
                                    <p:animEffect transition="in" filter="fade">
                                      <p:cBhvr>
                                        <p:cTn id="51" dur="300"/>
                                        <p:tgtEl>
                                          <p:spTgt spid="45"/>
                                        </p:tgtEl>
                                      </p:cBhvr>
                                    </p:animEffect>
                                  </p:childTnLst>
                                </p:cTn>
                              </p:par>
                              <p:par>
                                <p:cTn id="52" presetID="6" presetClass="emph" presetSubtype="0" autoRev="1" fill="hold" grpId="1" nodeType="withEffect">
                                  <p:stCondLst>
                                    <p:cond delay="400"/>
                                  </p:stCondLst>
                                  <p:childTnLst>
                                    <p:animScale>
                                      <p:cBhvr>
                                        <p:cTn id="53" dur="150" fill="hold"/>
                                        <p:tgtEl>
                                          <p:spTgt spid="4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P spid="20" grpId="0" animBg="1"/>
      <p:bldP spid="20" grpId="1" animBg="1"/>
      <p:bldP spid="23" grpId="0" animBg="1"/>
      <p:bldP spid="23" grpId="1" animBg="1"/>
      <p:bldP spid="43" grpId="0" animBg="1"/>
      <p:bldP spid="43" grpId="1" animBg="1"/>
      <p:bldP spid="44" grpId="0" animBg="1"/>
      <p:bldP spid="44" grpId="1" animBg="1"/>
      <p:bldP spid="45" grpId="0" animBg="1"/>
      <p:bldP spid="4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椭圆 43"/>
          <p:cNvSpPr/>
          <p:nvPr/>
        </p:nvSpPr>
        <p:spPr>
          <a:xfrm>
            <a:off x="1243930" y="1517373"/>
            <a:ext cx="1940868" cy="1940868"/>
          </a:xfrm>
          <a:prstGeom prst="ellipse">
            <a:avLst/>
          </a:prstGeom>
          <a:noFill/>
          <a:ln w="9525" cap="flat" cmpd="sng" algn="ctr">
            <a:gradFill>
              <a:gsLst>
                <a:gs pos="100000">
                  <a:srgbClr val="138F81"/>
                </a:gs>
                <a:gs pos="0">
                  <a:srgbClr val="19BAA9"/>
                </a:gs>
              </a:gsLst>
              <a:lin ang="27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45" name="椭圆 44"/>
          <p:cNvSpPr/>
          <p:nvPr/>
        </p:nvSpPr>
        <p:spPr>
          <a:xfrm>
            <a:off x="64624" y="3362328"/>
            <a:ext cx="2007046" cy="2007046"/>
          </a:xfrm>
          <a:prstGeom prst="ellipse">
            <a:avLst/>
          </a:prstGeom>
          <a:noFill/>
          <a:ln w="9525" cap="flat" cmpd="sng" algn="ctr">
            <a:gradFill>
              <a:gsLst>
                <a:gs pos="100000">
                  <a:srgbClr val="89A13D"/>
                </a:gs>
                <a:gs pos="0">
                  <a:srgbClr val="B2D138"/>
                </a:gs>
              </a:gsLst>
              <a:lin ang="27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46" name="椭圆 45"/>
          <p:cNvSpPr/>
          <p:nvPr/>
        </p:nvSpPr>
        <p:spPr>
          <a:xfrm>
            <a:off x="2430487" y="1192456"/>
            <a:ext cx="802258" cy="802258"/>
          </a:xfrm>
          <a:prstGeom prst="ellipse">
            <a:avLst/>
          </a:prstGeom>
          <a:noFill/>
          <a:ln w="9525" cap="flat" cmpd="sng" algn="ctr">
            <a:gradFill>
              <a:gsLst>
                <a:gs pos="100000">
                  <a:srgbClr val="E33F24"/>
                </a:gs>
                <a:gs pos="0">
                  <a:srgbClr val="F26434"/>
                </a:gs>
              </a:gsLst>
              <a:lin ang="27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47" name="TextBox 46"/>
          <p:cNvSpPr txBox="1"/>
          <p:nvPr/>
        </p:nvSpPr>
        <p:spPr>
          <a:xfrm>
            <a:off x="1628495" y="2072308"/>
            <a:ext cx="1168414" cy="8309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smtClean="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目录</a:t>
            </a:r>
            <a:endParaRPr kumimoji="0" lang="en-US" altLang="zh-CN" sz="3200" b="1" i="0" u="none" strike="noStrike" kern="0" cap="none" spc="0" normalizeH="0" baseline="0" noProof="0" dirty="0" smtClean="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rPr>
              <a:t>contents</a:t>
            </a:r>
            <a:endParaRPr kumimoji="0" lang="zh-CN" altLang="en-US" sz="1600" b="0" i="0" u="none" strike="noStrike" kern="0" cap="none" spc="0" normalizeH="0" baseline="0" noProof="0" dirty="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endParaRPr>
          </a:p>
        </p:txBody>
      </p:sp>
      <p:sp>
        <p:nvSpPr>
          <p:cNvPr id="48" name="椭圆 47">
            <a:hlinkClick r:id="" action="ppaction://hlinkshowjump?jump=nextslide"/>
          </p:cNvPr>
          <p:cNvSpPr/>
          <p:nvPr/>
        </p:nvSpPr>
        <p:spPr>
          <a:xfrm>
            <a:off x="4225888" y="921376"/>
            <a:ext cx="565516" cy="565516"/>
          </a:xfrm>
          <a:prstGeom prst="ellipse">
            <a:avLst/>
          </a:prstGeom>
          <a:gradFill flip="none" rotWithShape="1">
            <a:gsLst>
              <a:gs pos="90000">
                <a:srgbClr val="138F81"/>
              </a:gs>
              <a:gs pos="30000">
                <a:srgbClr val="19BAA9"/>
              </a:gs>
            </a:gsLst>
            <a:lin ang="2700000" scaled="1"/>
            <a:tileRect/>
          </a:gradFill>
          <a:ln w="25400" cap="flat" cmpd="sng" algn="ctr">
            <a:gradFill>
              <a:gsLst>
                <a:gs pos="0">
                  <a:srgbClr val="138F81"/>
                </a:gs>
                <a:gs pos="100000">
                  <a:srgbClr val="19BAA9"/>
                </a:gs>
              </a:gsLst>
              <a:lin ang="5400000" scaled="0"/>
            </a:gradFill>
            <a:prstDash val="solid"/>
          </a:ln>
          <a:effectLst>
            <a:outerShdw blurRad="254000" dist="190500" dir="3540000" sx="105000" sy="105000" algn="tl" rotWithShape="0">
              <a:sysClr val="windowText" lastClr="000000">
                <a:lumMod val="95000"/>
                <a:lumOff val="5000"/>
                <a:alpha val="20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49" name="TextBox 48"/>
          <p:cNvSpPr txBox="1"/>
          <p:nvPr/>
        </p:nvSpPr>
        <p:spPr>
          <a:xfrm>
            <a:off x="4400812" y="977516"/>
            <a:ext cx="21566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smtClean="0">
                <a:ln>
                  <a:noFill/>
                </a:ln>
                <a:solidFill>
                  <a:sysClr val="window" lastClr="FFFFFF"/>
                </a:solidFill>
                <a:effectLst/>
                <a:uLnTx/>
                <a:uFillTx/>
                <a:latin typeface="Impact" panose="020B0806030902050204" pitchFamily="34" charset="0"/>
              </a:rPr>
              <a:t>1</a:t>
            </a:r>
            <a:endParaRPr kumimoji="0" lang="zh-CN" altLang="en-US" sz="2400" b="0" i="0" u="none" strike="noStrike" kern="0" cap="none" spc="0" normalizeH="0" baseline="0" noProof="0" dirty="0">
              <a:ln>
                <a:noFill/>
              </a:ln>
              <a:solidFill>
                <a:sysClr val="window" lastClr="FFFFFF"/>
              </a:solidFill>
              <a:effectLst/>
              <a:uLnTx/>
              <a:uFillTx/>
              <a:latin typeface="Impact" panose="020B0806030902050204" pitchFamily="34" charset="0"/>
            </a:endParaRPr>
          </a:p>
        </p:txBody>
      </p:sp>
      <p:sp>
        <p:nvSpPr>
          <p:cNvPr id="50" name="椭圆 49">
            <a:hlinkClick r:id="rId2" action="ppaction://hlinksldjump"/>
          </p:cNvPr>
          <p:cNvSpPr/>
          <p:nvPr/>
        </p:nvSpPr>
        <p:spPr>
          <a:xfrm>
            <a:off x="4214810" y="1868613"/>
            <a:ext cx="565516" cy="565516"/>
          </a:xfrm>
          <a:prstGeom prst="ellipse">
            <a:avLst/>
          </a:prstGeom>
          <a:gradFill flip="none" rotWithShape="1">
            <a:gsLst>
              <a:gs pos="90000">
                <a:srgbClr val="E33F24"/>
              </a:gs>
              <a:gs pos="30000">
                <a:srgbClr val="F26434"/>
              </a:gs>
            </a:gsLst>
            <a:lin ang="2700000" scaled="1"/>
            <a:tileRect/>
          </a:gradFill>
          <a:ln w="25400" cap="flat" cmpd="sng" algn="ctr">
            <a:gradFill>
              <a:gsLst>
                <a:gs pos="0">
                  <a:srgbClr val="E33F24"/>
                </a:gs>
                <a:gs pos="100000">
                  <a:srgbClr val="F26434"/>
                </a:gs>
              </a:gsLst>
              <a:lin ang="5400000" scaled="0"/>
            </a:gradFill>
            <a:prstDash val="solid"/>
          </a:ln>
          <a:effectLst>
            <a:outerShdw blurRad="254000" dist="190500" dir="3540000" sx="105000" sy="105000" algn="tl" rotWithShape="0">
              <a:sysClr val="windowText" lastClr="000000">
                <a:lumMod val="95000"/>
                <a:lumOff val="5000"/>
                <a:alpha val="20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51" name="TextBox 50"/>
          <p:cNvSpPr txBox="1"/>
          <p:nvPr/>
        </p:nvSpPr>
        <p:spPr>
          <a:xfrm>
            <a:off x="4389734" y="1924753"/>
            <a:ext cx="21566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smtClean="0">
                <a:ln>
                  <a:noFill/>
                </a:ln>
                <a:solidFill>
                  <a:sysClr val="window" lastClr="FFFFFF"/>
                </a:solidFill>
                <a:effectLst/>
                <a:uLnTx/>
                <a:uFillTx/>
                <a:latin typeface="Impact" panose="020B0806030902050204" pitchFamily="34" charset="0"/>
              </a:rPr>
              <a:t>2</a:t>
            </a:r>
            <a:endParaRPr kumimoji="0" lang="zh-CN" altLang="en-US" sz="2400" b="0" i="0" u="none" strike="noStrike" kern="0" cap="none" spc="0" normalizeH="0" baseline="0" noProof="0" dirty="0">
              <a:ln>
                <a:noFill/>
              </a:ln>
              <a:solidFill>
                <a:sysClr val="window" lastClr="FFFFFF"/>
              </a:solidFill>
              <a:effectLst/>
              <a:uLnTx/>
              <a:uFillTx/>
              <a:latin typeface="Impact" panose="020B0806030902050204" pitchFamily="34" charset="0"/>
            </a:endParaRPr>
          </a:p>
        </p:txBody>
      </p:sp>
      <p:sp>
        <p:nvSpPr>
          <p:cNvPr id="52" name="椭圆 51">
            <a:hlinkClick r:id="rId3" action="ppaction://hlinksldjump"/>
          </p:cNvPr>
          <p:cNvSpPr/>
          <p:nvPr/>
        </p:nvSpPr>
        <p:spPr>
          <a:xfrm>
            <a:off x="4214810" y="2880790"/>
            <a:ext cx="565516" cy="565516"/>
          </a:xfrm>
          <a:prstGeom prst="ellipse">
            <a:avLst/>
          </a:prstGeom>
          <a:gradFill flip="none" rotWithShape="1">
            <a:gsLst>
              <a:gs pos="90000">
                <a:srgbClr val="89A13D"/>
              </a:gs>
              <a:gs pos="30000">
                <a:srgbClr val="B2D138"/>
              </a:gs>
            </a:gsLst>
            <a:lin ang="2700000" scaled="1"/>
            <a:tileRect/>
          </a:gradFill>
          <a:ln w="25400" cap="flat" cmpd="sng" algn="ctr">
            <a:gradFill>
              <a:gsLst>
                <a:gs pos="0">
                  <a:srgbClr val="89A13D"/>
                </a:gs>
                <a:gs pos="100000">
                  <a:srgbClr val="B2D138"/>
                </a:gs>
              </a:gsLst>
              <a:lin ang="5400000" scaled="0"/>
            </a:gradFill>
            <a:prstDash val="solid"/>
          </a:ln>
          <a:effectLst>
            <a:outerShdw blurRad="254000" dist="190500" dir="3540000" sx="105000" sy="105000" algn="tl" rotWithShape="0">
              <a:sysClr val="windowText" lastClr="000000">
                <a:lumMod val="95000"/>
                <a:lumOff val="5000"/>
                <a:alpha val="20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53" name="TextBox 52"/>
          <p:cNvSpPr txBox="1"/>
          <p:nvPr/>
        </p:nvSpPr>
        <p:spPr>
          <a:xfrm>
            <a:off x="4389734" y="2936930"/>
            <a:ext cx="21566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smtClean="0">
                <a:ln>
                  <a:noFill/>
                </a:ln>
                <a:solidFill>
                  <a:sysClr val="window" lastClr="FFFFFF"/>
                </a:solidFill>
                <a:effectLst/>
                <a:uLnTx/>
                <a:uFillTx/>
                <a:latin typeface="Impact" panose="020B0806030902050204" pitchFamily="34" charset="0"/>
              </a:rPr>
              <a:t>3</a:t>
            </a:r>
            <a:endParaRPr kumimoji="0" lang="zh-CN" altLang="en-US" sz="2400" b="0" i="0" u="none" strike="noStrike" kern="0" cap="none" spc="0" normalizeH="0" baseline="0" noProof="0" dirty="0">
              <a:ln>
                <a:noFill/>
              </a:ln>
              <a:solidFill>
                <a:sysClr val="window" lastClr="FFFFFF"/>
              </a:solidFill>
              <a:effectLst/>
              <a:uLnTx/>
              <a:uFillTx/>
              <a:latin typeface="Impact" panose="020B0806030902050204" pitchFamily="34" charset="0"/>
            </a:endParaRPr>
          </a:p>
        </p:txBody>
      </p:sp>
      <p:sp>
        <p:nvSpPr>
          <p:cNvPr id="54" name="椭圆 53">
            <a:hlinkClick r:id="rId4" action="ppaction://hlinksldjump"/>
          </p:cNvPr>
          <p:cNvSpPr/>
          <p:nvPr/>
        </p:nvSpPr>
        <p:spPr>
          <a:xfrm>
            <a:off x="4214810" y="3796654"/>
            <a:ext cx="565516" cy="565516"/>
          </a:xfrm>
          <a:prstGeom prst="ellipse">
            <a:avLst/>
          </a:prstGeom>
          <a:gradFill flip="none" rotWithShape="1">
            <a:gsLst>
              <a:gs pos="90000">
                <a:srgbClr val="108692"/>
              </a:gs>
              <a:gs pos="30000">
                <a:srgbClr val="16B2C1"/>
              </a:gs>
            </a:gsLst>
            <a:lin ang="2700000" scaled="1"/>
            <a:tileRect/>
          </a:gradFill>
          <a:ln w="25400" cap="flat" cmpd="sng" algn="ctr">
            <a:gradFill>
              <a:gsLst>
                <a:gs pos="0">
                  <a:srgbClr val="108692"/>
                </a:gs>
                <a:gs pos="100000">
                  <a:srgbClr val="16B2C1"/>
                </a:gs>
              </a:gsLst>
              <a:lin ang="5400000" scaled="0"/>
            </a:gradFill>
            <a:prstDash val="solid"/>
          </a:ln>
          <a:effectLst>
            <a:outerShdw blurRad="254000" dist="190500" dir="3540000" sx="105000" sy="105000" algn="tl" rotWithShape="0">
              <a:sysClr val="windowText" lastClr="000000">
                <a:lumMod val="95000"/>
                <a:lumOff val="5000"/>
                <a:alpha val="20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55" name="TextBox 54"/>
          <p:cNvSpPr txBox="1"/>
          <p:nvPr/>
        </p:nvSpPr>
        <p:spPr>
          <a:xfrm>
            <a:off x="4389734" y="3852794"/>
            <a:ext cx="215668"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smtClean="0">
                <a:ln>
                  <a:noFill/>
                </a:ln>
                <a:solidFill>
                  <a:sysClr val="window" lastClr="FFFFFF"/>
                </a:solidFill>
                <a:effectLst/>
                <a:uLnTx/>
                <a:uFillTx/>
                <a:latin typeface="Impact" panose="020B0806030902050204" pitchFamily="34" charset="0"/>
              </a:rPr>
              <a:t>4</a:t>
            </a:r>
            <a:endParaRPr kumimoji="0" lang="zh-CN" altLang="en-US" sz="2400" b="0" i="0" u="none" strike="noStrike" kern="0" cap="none" spc="0" normalizeH="0" baseline="0" noProof="0" dirty="0">
              <a:ln>
                <a:noFill/>
              </a:ln>
              <a:solidFill>
                <a:sysClr val="window" lastClr="FFFFFF"/>
              </a:solidFill>
              <a:effectLst/>
              <a:uLnTx/>
              <a:uFillTx/>
              <a:latin typeface="Impact" panose="020B0806030902050204" pitchFamily="34" charset="0"/>
            </a:endParaRPr>
          </a:p>
        </p:txBody>
      </p:sp>
      <p:sp>
        <p:nvSpPr>
          <p:cNvPr id="56" name="矩形 55"/>
          <p:cNvSpPr/>
          <p:nvPr/>
        </p:nvSpPr>
        <p:spPr>
          <a:xfrm>
            <a:off x="5145640" y="1933568"/>
            <a:ext cx="1944216" cy="461665"/>
          </a:xfrm>
          <a:prstGeom prst="rect">
            <a:avLst/>
          </a:prstGeom>
        </p:spPr>
        <p:txBody>
          <a:bodyPr wrap="square" lIns="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zh-CN" altLang="en-US" sz="2400" b="0" i="0" u="none" strike="noStrike" kern="0" cap="none" spc="0" normalizeH="0" baseline="0" noProof="0" dirty="0" smtClean="0">
                <a:ln>
                  <a:noFill/>
                </a:ln>
                <a:solidFill>
                  <a:sysClr val="windowText" lastClr="000000">
                    <a:lumMod val="65000"/>
                    <a:lumOff val="35000"/>
                  </a:sysClr>
                </a:solidFill>
                <a:effectLst/>
                <a:uLnTx/>
                <a:uFillTx/>
                <a:latin typeface="微软雅黑" panose="020B0503020204020204" pitchFamily="34" charset="-122"/>
                <a:ea typeface="微软雅黑" panose="020B0503020204020204" pitchFamily="34" charset="-122"/>
                <a:cs typeface="Arial" panose="020B0604020202020204" pitchFamily="34" charset="0"/>
              </a:rPr>
              <a:t>内部审核</a:t>
            </a:r>
            <a:endParaRPr kumimoji="0" lang="zh-CN" altLang="en-US" sz="1800" b="0" i="0" u="none" strike="noStrike" kern="0" cap="none" spc="0" normalizeH="0" baseline="0" noProof="0" dirty="0">
              <a:ln>
                <a:noFill/>
              </a:ln>
              <a:solidFill>
                <a:sysClr val="windowText" lastClr="000000">
                  <a:lumMod val="65000"/>
                  <a:lumOff val="35000"/>
                </a:sysClr>
              </a:solidFill>
              <a:effectLst/>
              <a:uLnTx/>
              <a:uFillTx/>
              <a:latin typeface="Impact" panose="020B0806030902050204" pitchFamily="34" charset="0"/>
              <a:ea typeface="宋体" charset="-122"/>
              <a:cs typeface="Arial" panose="020B0604020202020204" pitchFamily="34" charset="0"/>
            </a:endParaRPr>
          </a:p>
        </p:txBody>
      </p:sp>
      <p:sp>
        <p:nvSpPr>
          <p:cNvPr id="57" name="矩形 56"/>
          <p:cNvSpPr/>
          <p:nvPr/>
        </p:nvSpPr>
        <p:spPr>
          <a:xfrm>
            <a:off x="5143504" y="3862394"/>
            <a:ext cx="2448272" cy="461665"/>
          </a:xfrm>
          <a:prstGeom prst="rect">
            <a:avLst/>
          </a:prstGeom>
        </p:spPr>
        <p:txBody>
          <a:bodyPr wrap="square" lIns="0">
            <a:spAutoFit/>
          </a:bodyPr>
          <a:lstStyle/>
          <a:p>
            <a:pPr defTabSz="914400" fontAlgn="base">
              <a:spcBef>
                <a:spcPct val="0"/>
              </a:spcBef>
              <a:spcAft>
                <a:spcPct val="0"/>
              </a:spcAft>
              <a:defRPr/>
            </a:pPr>
            <a:r>
              <a:rPr lang="zh-CN" altLang="en-US" sz="2400" kern="0" dirty="0" smtClean="0">
                <a:solidFill>
                  <a:sysClr val="windowText" lastClr="000000">
                    <a:lumMod val="65000"/>
                    <a:lumOff val="35000"/>
                  </a:sysClr>
                </a:solidFill>
                <a:latin typeface="微软雅黑" panose="020B0503020204020204" pitchFamily="34" charset="-122"/>
                <a:ea typeface="微软雅黑" panose="020B0503020204020204" pitchFamily="34" charset="-122"/>
                <a:cs typeface="Arial" panose="020B0604020202020204" pitchFamily="34" charset="0"/>
              </a:rPr>
              <a:t>管理评审</a:t>
            </a:r>
            <a:endParaRPr lang="zh-CN" altLang="en-US" sz="2400" kern="0" dirty="0">
              <a:solidFill>
                <a:sysClr val="windowText" lastClr="000000">
                  <a:lumMod val="65000"/>
                  <a:lumOff val="35000"/>
                </a:sys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8" name="矩形 57"/>
          <p:cNvSpPr/>
          <p:nvPr/>
        </p:nvSpPr>
        <p:spPr>
          <a:xfrm>
            <a:off x="5145640" y="2933700"/>
            <a:ext cx="2641070" cy="461665"/>
          </a:xfrm>
          <a:prstGeom prst="rect">
            <a:avLst/>
          </a:prstGeom>
        </p:spPr>
        <p:txBody>
          <a:bodyPr wrap="square" lIns="0">
            <a:spAutoFit/>
          </a:bodyPr>
          <a:lstStyle/>
          <a:p>
            <a:pPr lvl="0" defTabSz="914400" fontAlgn="base">
              <a:spcBef>
                <a:spcPct val="0"/>
              </a:spcBef>
              <a:spcAft>
                <a:spcPct val="0"/>
              </a:spcAft>
              <a:defRPr/>
            </a:pPr>
            <a:r>
              <a:rPr lang="zh-CN" altLang="en-US" sz="2400" kern="0" dirty="0" smtClean="0">
                <a:solidFill>
                  <a:sysClr val="windowText" lastClr="000000">
                    <a:lumMod val="65000"/>
                    <a:lumOff val="35000"/>
                  </a:sysClr>
                </a:solidFill>
                <a:latin typeface="微软雅黑" panose="020B0503020204020204" pitchFamily="34" charset="-122"/>
                <a:ea typeface="微软雅黑" panose="020B0503020204020204" pitchFamily="34" charset="-122"/>
                <a:cs typeface="Arial" panose="020B0604020202020204" pitchFamily="34" charset="0"/>
              </a:rPr>
              <a:t>纠正和预防措施</a:t>
            </a:r>
            <a:endParaRPr lang="zh-CN" altLang="en-US" sz="2400" kern="0" dirty="0">
              <a:solidFill>
                <a:sysClr val="windowText" lastClr="000000">
                  <a:lumMod val="65000"/>
                  <a:lumOff val="35000"/>
                </a:sys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9" name="矩形 58"/>
          <p:cNvSpPr/>
          <p:nvPr/>
        </p:nvSpPr>
        <p:spPr>
          <a:xfrm>
            <a:off x="5143504" y="933436"/>
            <a:ext cx="2783946" cy="461665"/>
          </a:xfrm>
          <a:prstGeom prst="rect">
            <a:avLst/>
          </a:prstGeom>
        </p:spPr>
        <p:txBody>
          <a:bodyPr wrap="square" lIns="0">
            <a:spAutoFit/>
          </a:bodyPr>
          <a:lstStyle/>
          <a:p>
            <a:pPr defTabSz="914400" fontAlgn="base">
              <a:spcBef>
                <a:spcPct val="0"/>
              </a:spcBef>
              <a:spcAft>
                <a:spcPct val="0"/>
              </a:spcAft>
              <a:defRPr/>
            </a:pPr>
            <a:r>
              <a:rPr lang="zh-CN" altLang="en-US" sz="2400" kern="0" dirty="0" smtClean="0">
                <a:solidFill>
                  <a:sysClr val="windowText" lastClr="000000">
                    <a:lumMod val="65000"/>
                    <a:lumOff val="35000"/>
                  </a:sysClr>
                </a:solidFill>
                <a:latin typeface="微软雅黑" panose="020B0503020204020204" pitchFamily="34" charset="-122"/>
                <a:ea typeface="微软雅黑" panose="020B0503020204020204" pitchFamily="34" charset="-122"/>
                <a:cs typeface="Arial" panose="020B0604020202020204" pitchFamily="34" charset="0"/>
              </a:rPr>
              <a:t>管理体系审核概论</a:t>
            </a:r>
            <a:endParaRPr lang="zh-CN" altLang="en-US" sz="2400" kern="0" dirty="0">
              <a:solidFill>
                <a:sysClr val="windowText" lastClr="000000">
                  <a:lumMod val="65000"/>
                  <a:lumOff val="35000"/>
                </a:sys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0" name="椭圆 59"/>
          <p:cNvSpPr/>
          <p:nvPr/>
        </p:nvSpPr>
        <p:spPr>
          <a:xfrm>
            <a:off x="1643042" y="3648080"/>
            <a:ext cx="1296144" cy="1296144"/>
          </a:xfrm>
          <a:prstGeom prst="ellipse">
            <a:avLst/>
          </a:prstGeom>
          <a:noFill/>
          <a:ln w="9525" cap="flat" cmpd="sng" algn="ctr">
            <a:gradFill>
              <a:gsLst>
                <a:gs pos="100000">
                  <a:srgbClr val="108692"/>
                </a:gs>
                <a:gs pos="0">
                  <a:srgbClr val="16B2C1"/>
                </a:gs>
              </a:gsLst>
              <a:lin ang="27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61" name="椭圆 60"/>
          <p:cNvSpPr/>
          <p:nvPr/>
        </p:nvSpPr>
        <p:spPr>
          <a:xfrm>
            <a:off x="3071802" y="4219584"/>
            <a:ext cx="347246" cy="347246"/>
          </a:xfrm>
          <a:prstGeom prst="ellipse">
            <a:avLst/>
          </a:prstGeom>
          <a:noFill/>
          <a:ln w="9525" cap="flat" cmpd="sng" algn="ctr">
            <a:gradFill>
              <a:gsLst>
                <a:gs pos="100000">
                  <a:srgbClr val="E33F24"/>
                </a:gs>
                <a:gs pos="0">
                  <a:srgbClr val="F26434"/>
                </a:gs>
              </a:gsLst>
              <a:lin ang="27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
        <p:nvSpPr>
          <p:cNvPr id="62" name="椭圆 61"/>
          <p:cNvSpPr/>
          <p:nvPr/>
        </p:nvSpPr>
        <p:spPr>
          <a:xfrm>
            <a:off x="214282" y="1433502"/>
            <a:ext cx="886444" cy="857256"/>
          </a:xfrm>
          <a:prstGeom prst="ellipse">
            <a:avLst/>
          </a:prstGeom>
          <a:noFill/>
          <a:ln w="9525" cap="flat" cmpd="sng" algn="ctr">
            <a:gradFill>
              <a:gsLst>
                <a:gs pos="100000">
                  <a:srgbClr val="E33F24"/>
                </a:gs>
                <a:gs pos="0">
                  <a:srgbClr val="F26434"/>
                </a:gs>
              </a:gsLst>
              <a:lin ang="27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gradFill flip="none" rotWithShape="1">
                <a:gsLst>
                  <a:gs pos="0">
                    <a:sysClr val="window" lastClr="FFFFFF">
                      <a:shade val="30000"/>
                      <a:satMod val="115000"/>
                    </a:sysClr>
                  </a:gs>
                  <a:gs pos="50000">
                    <a:sysClr val="window" lastClr="FFFFFF">
                      <a:shade val="67500"/>
                      <a:satMod val="115000"/>
                    </a:sysClr>
                  </a:gs>
                  <a:gs pos="100000">
                    <a:sysClr val="window" lastClr="FFFFFF">
                      <a:shade val="100000"/>
                      <a:satMod val="115000"/>
                    </a:sysClr>
                  </a:gs>
                </a:gsLst>
                <a:lin ang="2700000" scaled="1"/>
                <a:tileRect/>
              </a:gradFill>
              <a:effectLst/>
              <a:uLnTx/>
              <a:uFillTx/>
              <a:latin typeface="Calibri"/>
              <a:ea typeface="宋体"/>
              <a:cs typeface="+mn-cs"/>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300" fill="hold"/>
                                        <p:tgtEl>
                                          <p:spTgt spid="46"/>
                                        </p:tgtEl>
                                        <p:attrNameLst>
                                          <p:attrName>ppt_w</p:attrName>
                                        </p:attrNameLst>
                                      </p:cBhvr>
                                      <p:tavLst>
                                        <p:tav tm="0">
                                          <p:val>
                                            <p:fltVal val="0"/>
                                          </p:val>
                                        </p:tav>
                                        <p:tav tm="100000">
                                          <p:val>
                                            <p:strVal val="#ppt_w"/>
                                          </p:val>
                                        </p:tav>
                                      </p:tavLst>
                                    </p:anim>
                                    <p:anim calcmode="lin" valueType="num">
                                      <p:cBhvr>
                                        <p:cTn id="8" dur="300" fill="hold"/>
                                        <p:tgtEl>
                                          <p:spTgt spid="46"/>
                                        </p:tgtEl>
                                        <p:attrNameLst>
                                          <p:attrName>ppt_h</p:attrName>
                                        </p:attrNameLst>
                                      </p:cBhvr>
                                      <p:tavLst>
                                        <p:tav tm="0">
                                          <p:val>
                                            <p:fltVal val="0"/>
                                          </p:val>
                                        </p:tav>
                                        <p:tav tm="100000">
                                          <p:val>
                                            <p:strVal val="#ppt_h"/>
                                          </p:val>
                                        </p:tav>
                                      </p:tavLst>
                                    </p:anim>
                                    <p:animEffect transition="in" filter="fade">
                                      <p:cBhvr>
                                        <p:cTn id="9" dur="300"/>
                                        <p:tgtEl>
                                          <p:spTgt spid="46"/>
                                        </p:tgtEl>
                                      </p:cBhvr>
                                    </p:animEffect>
                                  </p:childTnLst>
                                </p:cTn>
                              </p:par>
                              <p:par>
                                <p:cTn id="10" presetID="6" presetClass="emph" presetSubtype="0" autoRev="1" fill="hold" grpId="1" nodeType="withEffect">
                                  <p:stCondLst>
                                    <p:cond delay="300"/>
                                  </p:stCondLst>
                                  <p:childTnLst>
                                    <p:animScale>
                                      <p:cBhvr>
                                        <p:cTn id="11" dur="150" fill="hold"/>
                                        <p:tgtEl>
                                          <p:spTgt spid="46"/>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45"/>
                                        </p:tgtEl>
                                        <p:attrNameLst>
                                          <p:attrName>style.visibility</p:attrName>
                                        </p:attrNameLst>
                                      </p:cBhvr>
                                      <p:to>
                                        <p:strVal val="visible"/>
                                      </p:to>
                                    </p:set>
                                    <p:anim calcmode="lin" valueType="num">
                                      <p:cBhvr>
                                        <p:cTn id="14" dur="300" fill="hold"/>
                                        <p:tgtEl>
                                          <p:spTgt spid="45"/>
                                        </p:tgtEl>
                                        <p:attrNameLst>
                                          <p:attrName>ppt_w</p:attrName>
                                        </p:attrNameLst>
                                      </p:cBhvr>
                                      <p:tavLst>
                                        <p:tav tm="0">
                                          <p:val>
                                            <p:fltVal val="0"/>
                                          </p:val>
                                        </p:tav>
                                        <p:tav tm="100000">
                                          <p:val>
                                            <p:strVal val="#ppt_w"/>
                                          </p:val>
                                        </p:tav>
                                      </p:tavLst>
                                    </p:anim>
                                    <p:anim calcmode="lin" valueType="num">
                                      <p:cBhvr>
                                        <p:cTn id="15" dur="300" fill="hold"/>
                                        <p:tgtEl>
                                          <p:spTgt spid="45"/>
                                        </p:tgtEl>
                                        <p:attrNameLst>
                                          <p:attrName>ppt_h</p:attrName>
                                        </p:attrNameLst>
                                      </p:cBhvr>
                                      <p:tavLst>
                                        <p:tav tm="0">
                                          <p:val>
                                            <p:fltVal val="0"/>
                                          </p:val>
                                        </p:tav>
                                        <p:tav tm="100000">
                                          <p:val>
                                            <p:strVal val="#ppt_h"/>
                                          </p:val>
                                        </p:tav>
                                      </p:tavLst>
                                    </p:anim>
                                    <p:animEffect transition="in" filter="fade">
                                      <p:cBhvr>
                                        <p:cTn id="16" dur="300"/>
                                        <p:tgtEl>
                                          <p:spTgt spid="45"/>
                                        </p:tgtEl>
                                      </p:cBhvr>
                                    </p:animEffect>
                                  </p:childTnLst>
                                </p:cTn>
                              </p:par>
                              <p:par>
                                <p:cTn id="17" presetID="6" presetClass="emph" presetSubtype="0" autoRev="1" fill="hold" grpId="1" nodeType="withEffect">
                                  <p:stCondLst>
                                    <p:cond delay="600"/>
                                  </p:stCondLst>
                                  <p:childTnLst>
                                    <p:animScale>
                                      <p:cBhvr>
                                        <p:cTn id="18" dur="150" fill="hold"/>
                                        <p:tgtEl>
                                          <p:spTgt spid="45"/>
                                        </p:tgtEl>
                                      </p:cBhvr>
                                      <p:by x="110000" y="110000"/>
                                    </p:animScale>
                                  </p:childTnLst>
                                </p:cTn>
                              </p:par>
                              <p:par>
                                <p:cTn id="19" presetID="53" presetClass="entr" presetSubtype="16" fill="hold" grpId="0" nodeType="withEffect">
                                  <p:stCondLst>
                                    <p:cond delay="100"/>
                                  </p:stCondLst>
                                  <p:childTnLst>
                                    <p:set>
                                      <p:cBhvr>
                                        <p:cTn id="20" dur="1" fill="hold">
                                          <p:stCondLst>
                                            <p:cond delay="0"/>
                                          </p:stCondLst>
                                        </p:cTn>
                                        <p:tgtEl>
                                          <p:spTgt spid="44"/>
                                        </p:tgtEl>
                                        <p:attrNameLst>
                                          <p:attrName>style.visibility</p:attrName>
                                        </p:attrNameLst>
                                      </p:cBhvr>
                                      <p:to>
                                        <p:strVal val="visible"/>
                                      </p:to>
                                    </p:set>
                                    <p:anim calcmode="lin" valueType="num">
                                      <p:cBhvr>
                                        <p:cTn id="21" dur="300" fill="hold"/>
                                        <p:tgtEl>
                                          <p:spTgt spid="44"/>
                                        </p:tgtEl>
                                        <p:attrNameLst>
                                          <p:attrName>ppt_w</p:attrName>
                                        </p:attrNameLst>
                                      </p:cBhvr>
                                      <p:tavLst>
                                        <p:tav tm="0">
                                          <p:val>
                                            <p:fltVal val="0"/>
                                          </p:val>
                                        </p:tav>
                                        <p:tav tm="100000">
                                          <p:val>
                                            <p:strVal val="#ppt_w"/>
                                          </p:val>
                                        </p:tav>
                                      </p:tavLst>
                                    </p:anim>
                                    <p:anim calcmode="lin" valueType="num">
                                      <p:cBhvr>
                                        <p:cTn id="22" dur="300" fill="hold"/>
                                        <p:tgtEl>
                                          <p:spTgt spid="44"/>
                                        </p:tgtEl>
                                        <p:attrNameLst>
                                          <p:attrName>ppt_h</p:attrName>
                                        </p:attrNameLst>
                                      </p:cBhvr>
                                      <p:tavLst>
                                        <p:tav tm="0">
                                          <p:val>
                                            <p:fltVal val="0"/>
                                          </p:val>
                                        </p:tav>
                                        <p:tav tm="100000">
                                          <p:val>
                                            <p:strVal val="#ppt_h"/>
                                          </p:val>
                                        </p:tav>
                                      </p:tavLst>
                                    </p:anim>
                                    <p:animEffect transition="in" filter="fade">
                                      <p:cBhvr>
                                        <p:cTn id="23" dur="300"/>
                                        <p:tgtEl>
                                          <p:spTgt spid="44"/>
                                        </p:tgtEl>
                                      </p:cBhvr>
                                    </p:animEffect>
                                  </p:childTnLst>
                                </p:cTn>
                              </p:par>
                              <p:par>
                                <p:cTn id="24" presetID="6" presetClass="emph" presetSubtype="0" autoRev="1" fill="hold" grpId="1" nodeType="withEffect">
                                  <p:stCondLst>
                                    <p:cond delay="400"/>
                                  </p:stCondLst>
                                  <p:childTnLst>
                                    <p:animScale>
                                      <p:cBhvr>
                                        <p:cTn id="25" dur="150" fill="hold"/>
                                        <p:tgtEl>
                                          <p:spTgt spid="44"/>
                                        </p:tgtEl>
                                      </p:cBhvr>
                                      <p:by x="110000" y="110000"/>
                                    </p:animScale>
                                  </p:childTnLst>
                                </p:cTn>
                              </p:par>
                              <p:par>
                                <p:cTn id="26" presetID="53" presetClass="entr" presetSubtype="16" fill="hold" grpId="0" nodeType="withEffect">
                                  <p:stCondLst>
                                    <p:cond delay="400"/>
                                  </p:stCondLst>
                                  <p:childTnLst>
                                    <p:set>
                                      <p:cBhvr>
                                        <p:cTn id="27" dur="1" fill="hold">
                                          <p:stCondLst>
                                            <p:cond delay="0"/>
                                          </p:stCondLst>
                                        </p:cTn>
                                        <p:tgtEl>
                                          <p:spTgt spid="60"/>
                                        </p:tgtEl>
                                        <p:attrNameLst>
                                          <p:attrName>style.visibility</p:attrName>
                                        </p:attrNameLst>
                                      </p:cBhvr>
                                      <p:to>
                                        <p:strVal val="visible"/>
                                      </p:to>
                                    </p:set>
                                    <p:anim calcmode="lin" valueType="num">
                                      <p:cBhvr>
                                        <p:cTn id="28" dur="300" fill="hold"/>
                                        <p:tgtEl>
                                          <p:spTgt spid="60"/>
                                        </p:tgtEl>
                                        <p:attrNameLst>
                                          <p:attrName>ppt_w</p:attrName>
                                        </p:attrNameLst>
                                      </p:cBhvr>
                                      <p:tavLst>
                                        <p:tav tm="0">
                                          <p:val>
                                            <p:fltVal val="0"/>
                                          </p:val>
                                        </p:tav>
                                        <p:tav tm="100000">
                                          <p:val>
                                            <p:strVal val="#ppt_w"/>
                                          </p:val>
                                        </p:tav>
                                      </p:tavLst>
                                    </p:anim>
                                    <p:anim calcmode="lin" valueType="num">
                                      <p:cBhvr>
                                        <p:cTn id="29" dur="300" fill="hold"/>
                                        <p:tgtEl>
                                          <p:spTgt spid="60"/>
                                        </p:tgtEl>
                                        <p:attrNameLst>
                                          <p:attrName>ppt_h</p:attrName>
                                        </p:attrNameLst>
                                      </p:cBhvr>
                                      <p:tavLst>
                                        <p:tav tm="0">
                                          <p:val>
                                            <p:fltVal val="0"/>
                                          </p:val>
                                        </p:tav>
                                        <p:tav tm="100000">
                                          <p:val>
                                            <p:strVal val="#ppt_h"/>
                                          </p:val>
                                        </p:tav>
                                      </p:tavLst>
                                    </p:anim>
                                    <p:animEffect transition="in" filter="fade">
                                      <p:cBhvr>
                                        <p:cTn id="30" dur="300"/>
                                        <p:tgtEl>
                                          <p:spTgt spid="60"/>
                                        </p:tgtEl>
                                      </p:cBhvr>
                                    </p:animEffect>
                                  </p:childTnLst>
                                </p:cTn>
                              </p:par>
                              <p:par>
                                <p:cTn id="31" presetID="6" presetClass="emph" presetSubtype="0" autoRev="1" fill="hold" grpId="1" nodeType="withEffect">
                                  <p:stCondLst>
                                    <p:cond delay="700"/>
                                  </p:stCondLst>
                                  <p:childTnLst>
                                    <p:animScale>
                                      <p:cBhvr>
                                        <p:cTn id="32" dur="150" fill="hold"/>
                                        <p:tgtEl>
                                          <p:spTgt spid="60"/>
                                        </p:tgtEl>
                                      </p:cBhvr>
                                      <p:by x="110000" y="110000"/>
                                    </p:animScale>
                                  </p:childTnLst>
                                </p:cTn>
                              </p:par>
                              <p:par>
                                <p:cTn id="33" presetID="53" presetClass="entr" presetSubtype="16" fill="hold" grpId="0" nodeType="withEffect">
                                  <p:stCondLst>
                                    <p:cond delay="400"/>
                                  </p:stCondLst>
                                  <p:childTnLst>
                                    <p:set>
                                      <p:cBhvr>
                                        <p:cTn id="34" dur="1" fill="hold">
                                          <p:stCondLst>
                                            <p:cond delay="0"/>
                                          </p:stCondLst>
                                        </p:cTn>
                                        <p:tgtEl>
                                          <p:spTgt spid="61"/>
                                        </p:tgtEl>
                                        <p:attrNameLst>
                                          <p:attrName>style.visibility</p:attrName>
                                        </p:attrNameLst>
                                      </p:cBhvr>
                                      <p:to>
                                        <p:strVal val="visible"/>
                                      </p:to>
                                    </p:set>
                                    <p:anim calcmode="lin" valueType="num">
                                      <p:cBhvr>
                                        <p:cTn id="35" dur="300" fill="hold"/>
                                        <p:tgtEl>
                                          <p:spTgt spid="61"/>
                                        </p:tgtEl>
                                        <p:attrNameLst>
                                          <p:attrName>ppt_w</p:attrName>
                                        </p:attrNameLst>
                                      </p:cBhvr>
                                      <p:tavLst>
                                        <p:tav tm="0">
                                          <p:val>
                                            <p:fltVal val="0"/>
                                          </p:val>
                                        </p:tav>
                                        <p:tav tm="100000">
                                          <p:val>
                                            <p:strVal val="#ppt_w"/>
                                          </p:val>
                                        </p:tav>
                                      </p:tavLst>
                                    </p:anim>
                                    <p:anim calcmode="lin" valueType="num">
                                      <p:cBhvr>
                                        <p:cTn id="36" dur="300" fill="hold"/>
                                        <p:tgtEl>
                                          <p:spTgt spid="61"/>
                                        </p:tgtEl>
                                        <p:attrNameLst>
                                          <p:attrName>ppt_h</p:attrName>
                                        </p:attrNameLst>
                                      </p:cBhvr>
                                      <p:tavLst>
                                        <p:tav tm="0">
                                          <p:val>
                                            <p:fltVal val="0"/>
                                          </p:val>
                                        </p:tav>
                                        <p:tav tm="100000">
                                          <p:val>
                                            <p:strVal val="#ppt_h"/>
                                          </p:val>
                                        </p:tav>
                                      </p:tavLst>
                                    </p:anim>
                                    <p:animEffect transition="in" filter="fade">
                                      <p:cBhvr>
                                        <p:cTn id="37" dur="300"/>
                                        <p:tgtEl>
                                          <p:spTgt spid="61"/>
                                        </p:tgtEl>
                                      </p:cBhvr>
                                    </p:animEffect>
                                  </p:childTnLst>
                                </p:cTn>
                              </p:par>
                              <p:par>
                                <p:cTn id="38" presetID="6" presetClass="emph" presetSubtype="0" autoRev="1" fill="hold" grpId="1" nodeType="withEffect">
                                  <p:stCondLst>
                                    <p:cond delay="700"/>
                                  </p:stCondLst>
                                  <p:childTnLst>
                                    <p:animScale>
                                      <p:cBhvr>
                                        <p:cTn id="39" dur="150" fill="hold"/>
                                        <p:tgtEl>
                                          <p:spTgt spid="61"/>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47"/>
                                        </p:tgtEl>
                                        <p:attrNameLst>
                                          <p:attrName>style.visibility</p:attrName>
                                        </p:attrNameLst>
                                      </p:cBhvr>
                                      <p:to>
                                        <p:strVal val="visible"/>
                                      </p:to>
                                    </p:set>
                                    <p:anim calcmode="lin" valueType="num">
                                      <p:cBhvr>
                                        <p:cTn id="42" dur="300" fill="hold"/>
                                        <p:tgtEl>
                                          <p:spTgt spid="47"/>
                                        </p:tgtEl>
                                        <p:attrNameLst>
                                          <p:attrName>ppt_w</p:attrName>
                                        </p:attrNameLst>
                                      </p:cBhvr>
                                      <p:tavLst>
                                        <p:tav tm="0">
                                          <p:val>
                                            <p:fltVal val="0"/>
                                          </p:val>
                                        </p:tav>
                                        <p:tav tm="100000">
                                          <p:val>
                                            <p:strVal val="#ppt_w"/>
                                          </p:val>
                                        </p:tav>
                                      </p:tavLst>
                                    </p:anim>
                                    <p:anim calcmode="lin" valueType="num">
                                      <p:cBhvr>
                                        <p:cTn id="43" dur="300" fill="hold"/>
                                        <p:tgtEl>
                                          <p:spTgt spid="47"/>
                                        </p:tgtEl>
                                        <p:attrNameLst>
                                          <p:attrName>ppt_h</p:attrName>
                                        </p:attrNameLst>
                                      </p:cBhvr>
                                      <p:tavLst>
                                        <p:tav tm="0">
                                          <p:val>
                                            <p:fltVal val="0"/>
                                          </p:val>
                                        </p:tav>
                                        <p:tav tm="100000">
                                          <p:val>
                                            <p:strVal val="#ppt_h"/>
                                          </p:val>
                                        </p:tav>
                                      </p:tavLst>
                                    </p:anim>
                                    <p:animEffect transition="in" filter="fade">
                                      <p:cBhvr>
                                        <p:cTn id="44" dur="300"/>
                                        <p:tgtEl>
                                          <p:spTgt spid="47"/>
                                        </p:tgtEl>
                                      </p:cBhvr>
                                    </p:animEffect>
                                  </p:childTnLst>
                                </p:cTn>
                              </p:par>
                              <p:par>
                                <p:cTn id="45" presetID="6" presetClass="emph" presetSubtype="0" autoRev="1" fill="hold" grpId="1" nodeType="withEffect">
                                  <p:stCondLst>
                                    <p:cond delay="500"/>
                                  </p:stCondLst>
                                  <p:childTnLst>
                                    <p:animScale>
                                      <p:cBhvr>
                                        <p:cTn id="46" dur="150" fill="hold"/>
                                        <p:tgtEl>
                                          <p:spTgt spid="47"/>
                                        </p:tgtEl>
                                      </p:cBhvr>
                                      <p:by x="110000" y="110000"/>
                                    </p:animScale>
                                  </p:childTnLst>
                                </p:cTn>
                              </p:par>
                              <p:par>
                                <p:cTn id="47" presetID="53" presetClass="entr" presetSubtype="16" fill="hold" grpId="0" nodeType="withEffect">
                                  <p:stCondLst>
                                    <p:cond delay="800"/>
                                  </p:stCondLst>
                                  <p:childTnLst>
                                    <p:set>
                                      <p:cBhvr>
                                        <p:cTn id="48" dur="1" fill="hold">
                                          <p:stCondLst>
                                            <p:cond delay="0"/>
                                          </p:stCondLst>
                                        </p:cTn>
                                        <p:tgtEl>
                                          <p:spTgt spid="48"/>
                                        </p:tgtEl>
                                        <p:attrNameLst>
                                          <p:attrName>style.visibility</p:attrName>
                                        </p:attrNameLst>
                                      </p:cBhvr>
                                      <p:to>
                                        <p:strVal val="visible"/>
                                      </p:to>
                                    </p:set>
                                    <p:anim calcmode="lin" valueType="num">
                                      <p:cBhvr>
                                        <p:cTn id="49" dur="300" fill="hold"/>
                                        <p:tgtEl>
                                          <p:spTgt spid="48"/>
                                        </p:tgtEl>
                                        <p:attrNameLst>
                                          <p:attrName>ppt_w</p:attrName>
                                        </p:attrNameLst>
                                      </p:cBhvr>
                                      <p:tavLst>
                                        <p:tav tm="0">
                                          <p:val>
                                            <p:fltVal val="0"/>
                                          </p:val>
                                        </p:tav>
                                        <p:tav tm="100000">
                                          <p:val>
                                            <p:strVal val="#ppt_w"/>
                                          </p:val>
                                        </p:tav>
                                      </p:tavLst>
                                    </p:anim>
                                    <p:anim calcmode="lin" valueType="num">
                                      <p:cBhvr>
                                        <p:cTn id="50" dur="300" fill="hold"/>
                                        <p:tgtEl>
                                          <p:spTgt spid="48"/>
                                        </p:tgtEl>
                                        <p:attrNameLst>
                                          <p:attrName>ppt_h</p:attrName>
                                        </p:attrNameLst>
                                      </p:cBhvr>
                                      <p:tavLst>
                                        <p:tav tm="0">
                                          <p:val>
                                            <p:fltVal val="0"/>
                                          </p:val>
                                        </p:tav>
                                        <p:tav tm="100000">
                                          <p:val>
                                            <p:strVal val="#ppt_h"/>
                                          </p:val>
                                        </p:tav>
                                      </p:tavLst>
                                    </p:anim>
                                    <p:animEffect transition="in" filter="fade">
                                      <p:cBhvr>
                                        <p:cTn id="51" dur="300"/>
                                        <p:tgtEl>
                                          <p:spTgt spid="48"/>
                                        </p:tgtEl>
                                      </p:cBhvr>
                                    </p:animEffect>
                                  </p:childTnLst>
                                </p:cTn>
                              </p:par>
                              <p:par>
                                <p:cTn id="52" presetID="6" presetClass="emph" presetSubtype="0" autoRev="1" fill="hold" grpId="1" nodeType="withEffect">
                                  <p:stCondLst>
                                    <p:cond delay="1100"/>
                                  </p:stCondLst>
                                  <p:childTnLst>
                                    <p:animScale>
                                      <p:cBhvr>
                                        <p:cTn id="53" dur="150" fill="hold"/>
                                        <p:tgtEl>
                                          <p:spTgt spid="48"/>
                                        </p:tgtEl>
                                      </p:cBhvr>
                                      <p:by x="110000" y="110000"/>
                                    </p:animScale>
                                  </p:childTnLst>
                                </p:cTn>
                              </p:par>
                              <p:par>
                                <p:cTn id="54" presetID="53" presetClass="entr" presetSubtype="16" fill="hold" grpId="0" nodeType="withEffect">
                                  <p:stCondLst>
                                    <p:cond delay="900"/>
                                  </p:stCondLst>
                                  <p:childTnLst>
                                    <p:set>
                                      <p:cBhvr>
                                        <p:cTn id="55" dur="1" fill="hold">
                                          <p:stCondLst>
                                            <p:cond delay="0"/>
                                          </p:stCondLst>
                                        </p:cTn>
                                        <p:tgtEl>
                                          <p:spTgt spid="49"/>
                                        </p:tgtEl>
                                        <p:attrNameLst>
                                          <p:attrName>style.visibility</p:attrName>
                                        </p:attrNameLst>
                                      </p:cBhvr>
                                      <p:to>
                                        <p:strVal val="visible"/>
                                      </p:to>
                                    </p:set>
                                    <p:anim calcmode="lin" valueType="num">
                                      <p:cBhvr>
                                        <p:cTn id="56" dur="300" fill="hold"/>
                                        <p:tgtEl>
                                          <p:spTgt spid="49"/>
                                        </p:tgtEl>
                                        <p:attrNameLst>
                                          <p:attrName>ppt_w</p:attrName>
                                        </p:attrNameLst>
                                      </p:cBhvr>
                                      <p:tavLst>
                                        <p:tav tm="0">
                                          <p:val>
                                            <p:fltVal val="0"/>
                                          </p:val>
                                        </p:tav>
                                        <p:tav tm="100000">
                                          <p:val>
                                            <p:strVal val="#ppt_w"/>
                                          </p:val>
                                        </p:tav>
                                      </p:tavLst>
                                    </p:anim>
                                    <p:anim calcmode="lin" valueType="num">
                                      <p:cBhvr>
                                        <p:cTn id="57" dur="300" fill="hold"/>
                                        <p:tgtEl>
                                          <p:spTgt spid="49"/>
                                        </p:tgtEl>
                                        <p:attrNameLst>
                                          <p:attrName>ppt_h</p:attrName>
                                        </p:attrNameLst>
                                      </p:cBhvr>
                                      <p:tavLst>
                                        <p:tav tm="0">
                                          <p:val>
                                            <p:fltVal val="0"/>
                                          </p:val>
                                        </p:tav>
                                        <p:tav tm="100000">
                                          <p:val>
                                            <p:strVal val="#ppt_h"/>
                                          </p:val>
                                        </p:tav>
                                      </p:tavLst>
                                    </p:anim>
                                    <p:animEffect transition="in" filter="fade">
                                      <p:cBhvr>
                                        <p:cTn id="58" dur="300"/>
                                        <p:tgtEl>
                                          <p:spTgt spid="49"/>
                                        </p:tgtEl>
                                      </p:cBhvr>
                                    </p:animEffect>
                                  </p:childTnLst>
                                </p:cTn>
                              </p:par>
                              <p:par>
                                <p:cTn id="59" presetID="6" presetClass="emph" presetSubtype="0" autoRev="1" fill="hold" grpId="1" nodeType="withEffect">
                                  <p:stCondLst>
                                    <p:cond delay="1200"/>
                                  </p:stCondLst>
                                  <p:childTnLst>
                                    <p:animScale>
                                      <p:cBhvr>
                                        <p:cTn id="60" dur="150" fill="hold"/>
                                        <p:tgtEl>
                                          <p:spTgt spid="49"/>
                                        </p:tgtEl>
                                      </p:cBhvr>
                                      <p:by x="110000" y="110000"/>
                                    </p:animScale>
                                  </p:childTnLst>
                                </p:cTn>
                              </p:par>
                              <p:par>
                                <p:cTn id="61" presetID="2" presetClass="entr" presetSubtype="2" fill="hold" grpId="0" nodeType="withEffect">
                                  <p:stCondLst>
                                    <p:cond delay="1200"/>
                                  </p:stCondLst>
                                  <p:childTnLst>
                                    <p:set>
                                      <p:cBhvr>
                                        <p:cTn id="62" dur="1" fill="hold">
                                          <p:stCondLst>
                                            <p:cond delay="0"/>
                                          </p:stCondLst>
                                        </p:cTn>
                                        <p:tgtEl>
                                          <p:spTgt spid="56"/>
                                        </p:tgtEl>
                                        <p:attrNameLst>
                                          <p:attrName>style.visibility</p:attrName>
                                        </p:attrNameLst>
                                      </p:cBhvr>
                                      <p:to>
                                        <p:strVal val="visible"/>
                                      </p:to>
                                    </p:set>
                                    <p:anim calcmode="lin" valueType="num">
                                      <p:cBhvr additive="base">
                                        <p:cTn id="63" dur="600" fill="hold"/>
                                        <p:tgtEl>
                                          <p:spTgt spid="56"/>
                                        </p:tgtEl>
                                        <p:attrNameLst>
                                          <p:attrName>ppt_x</p:attrName>
                                        </p:attrNameLst>
                                      </p:cBhvr>
                                      <p:tavLst>
                                        <p:tav tm="0">
                                          <p:val>
                                            <p:strVal val="1+#ppt_w/2"/>
                                          </p:val>
                                        </p:tav>
                                        <p:tav tm="100000">
                                          <p:val>
                                            <p:strVal val="#ppt_x"/>
                                          </p:val>
                                        </p:tav>
                                      </p:tavLst>
                                    </p:anim>
                                    <p:anim calcmode="lin" valueType="num">
                                      <p:cBhvr additive="base">
                                        <p:cTn id="64" dur="600" fill="hold"/>
                                        <p:tgtEl>
                                          <p:spTgt spid="56"/>
                                        </p:tgtEl>
                                        <p:attrNameLst>
                                          <p:attrName>ppt_y</p:attrName>
                                        </p:attrNameLst>
                                      </p:cBhvr>
                                      <p:tavLst>
                                        <p:tav tm="0">
                                          <p:val>
                                            <p:strVal val="#ppt_y"/>
                                          </p:val>
                                        </p:tav>
                                        <p:tav tm="100000">
                                          <p:val>
                                            <p:strVal val="#ppt_y"/>
                                          </p:val>
                                        </p:tav>
                                      </p:tavLst>
                                    </p:anim>
                                  </p:childTnLst>
                                </p:cTn>
                              </p:par>
                              <p:par>
                                <p:cTn id="65" presetID="53" presetClass="entr" presetSubtype="16" fill="hold" grpId="0" nodeType="withEffect">
                                  <p:stCondLst>
                                    <p:cond delay="1200"/>
                                  </p:stCondLst>
                                  <p:childTnLst>
                                    <p:set>
                                      <p:cBhvr>
                                        <p:cTn id="66" dur="1" fill="hold">
                                          <p:stCondLst>
                                            <p:cond delay="0"/>
                                          </p:stCondLst>
                                        </p:cTn>
                                        <p:tgtEl>
                                          <p:spTgt spid="50"/>
                                        </p:tgtEl>
                                        <p:attrNameLst>
                                          <p:attrName>style.visibility</p:attrName>
                                        </p:attrNameLst>
                                      </p:cBhvr>
                                      <p:to>
                                        <p:strVal val="visible"/>
                                      </p:to>
                                    </p:set>
                                    <p:anim calcmode="lin" valueType="num">
                                      <p:cBhvr>
                                        <p:cTn id="67" dur="300" fill="hold"/>
                                        <p:tgtEl>
                                          <p:spTgt spid="50"/>
                                        </p:tgtEl>
                                        <p:attrNameLst>
                                          <p:attrName>ppt_w</p:attrName>
                                        </p:attrNameLst>
                                      </p:cBhvr>
                                      <p:tavLst>
                                        <p:tav tm="0">
                                          <p:val>
                                            <p:fltVal val="0"/>
                                          </p:val>
                                        </p:tav>
                                        <p:tav tm="100000">
                                          <p:val>
                                            <p:strVal val="#ppt_w"/>
                                          </p:val>
                                        </p:tav>
                                      </p:tavLst>
                                    </p:anim>
                                    <p:anim calcmode="lin" valueType="num">
                                      <p:cBhvr>
                                        <p:cTn id="68" dur="300" fill="hold"/>
                                        <p:tgtEl>
                                          <p:spTgt spid="50"/>
                                        </p:tgtEl>
                                        <p:attrNameLst>
                                          <p:attrName>ppt_h</p:attrName>
                                        </p:attrNameLst>
                                      </p:cBhvr>
                                      <p:tavLst>
                                        <p:tav tm="0">
                                          <p:val>
                                            <p:fltVal val="0"/>
                                          </p:val>
                                        </p:tav>
                                        <p:tav tm="100000">
                                          <p:val>
                                            <p:strVal val="#ppt_h"/>
                                          </p:val>
                                        </p:tav>
                                      </p:tavLst>
                                    </p:anim>
                                    <p:animEffect transition="in" filter="fade">
                                      <p:cBhvr>
                                        <p:cTn id="69" dur="300"/>
                                        <p:tgtEl>
                                          <p:spTgt spid="50"/>
                                        </p:tgtEl>
                                      </p:cBhvr>
                                    </p:animEffect>
                                  </p:childTnLst>
                                </p:cTn>
                              </p:par>
                              <p:par>
                                <p:cTn id="70" presetID="6" presetClass="emph" presetSubtype="0" autoRev="1" fill="hold" grpId="1" nodeType="withEffect">
                                  <p:stCondLst>
                                    <p:cond delay="1500"/>
                                  </p:stCondLst>
                                  <p:childTnLst>
                                    <p:animScale>
                                      <p:cBhvr>
                                        <p:cTn id="71" dur="150" fill="hold"/>
                                        <p:tgtEl>
                                          <p:spTgt spid="50"/>
                                        </p:tgtEl>
                                      </p:cBhvr>
                                      <p:by x="110000" y="110000"/>
                                    </p:animScale>
                                  </p:childTnLst>
                                </p:cTn>
                              </p:par>
                              <p:par>
                                <p:cTn id="72" presetID="53" presetClass="entr" presetSubtype="16" fill="hold" grpId="0" nodeType="withEffect">
                                  <p:stCondLst>
                                    <p:cond delay="1300"/>
                                  </p:stCondLst>
                                  <p:childTnLst>
                                    <p:set>
                                      <p:cBhvr>
                                        <p:cTn id="73" dur="1" fill="hold">
                                          <p:stCondLst>
                                            <p:cond delay="0"/>
                                          </p:stCondLst>
                                        </p:cTn>
                                        <p:tgtEl>
                                          <p:spTgt spid="51"/>
                                        </p:tgtEl>
                                        <p:attrNameLst>
                                          <p:attrName>style.visibility</p:attrName>
                                        </p:attrNameLst>
                                      </p:cBhvr>
                                      <p:to>
                                        <p:strVal val="visible"/>
                                      </p:to>
                                    </p:set>
                                    <p:anim calcmode="lin" valueType="num">
                                      <p:cBhvr>
                                        <p:cTn id="74" dur="300" fill="hold"/>
                                        <p:tgtEl>
                                          <p:spTgt spid="51"/>
                                        </p:tgtEl>
                                        <p:attrNameLst>
                                          <p:attrName>ppt_w</p:attrName>
                                        </p:attrNameLst>
                                      </p:cBhvr>
                                      <p:tavLst>
                                        <p:tav tm="0">
                                          <p:val>
                                            <p:fltVal val="0"/>
                                          </p:val>
                                        </p:tav>
                                        <p:tav tm="100000">
                                          <p:val>
                                            <p:strVal val="#ppt_w"/>
                                          </p:val>
                                        </p:tav>
                                      </p:tavLst>
                                    </p:anim>
                                    <p:anim calcmode="lin" valueType="num">
                                      <p:cBhvr>
                                        <p:cTn id="75" dur="300" fill="hold"/>
                                        <p:tgtEl>
                                          <p:spTgt spid="51"/>
                                        </p:tgtEl>
                                        <p:attrNameLst>
                                          <p:attrName>ppt_h</p:attrName>
                                        </p:attrNameLst>
                                      </p:cBhvr>
                                      <p:tavLst>
                                        <p:tav tm="0">
                                          <p:val>
                                            <p:fltVal val="0"/>
                                          </p:val>
                                        </p:tav>
                                        <p:tav tm="100000">
                                          <p:val>
                                            <p:strVal val="#ppt_h"/>
                                          </p:val>
                                        </p:tav>
                                      </p:tavLst>
                                    </p:anim>
                                    <p:animEffect transition="in" filter="fade">
                                      <p:cBhvr>
                                        <p:cTn id="76" dur="300"/>
                                        <p:tgtEl>
                                          <p:spTgt spid="51"/>
                                        </p:tgtEl>
                                      </p:cBhvr>
                                    </p:animEffect>
                                  </p:childTnLst>
                                </p:cTn>
                              </p:par>
                              <p:par>
                                <p:cTn id="77" presetID="6" presetClass="emph" presetSubtype="0" autoRev="1" fill="hold" grpId="1" nodeType="withEffect">
                                  <p:stCondLst>
                                    <p:cond delay="1600"/>
                                  </p:stCondLst>
                                  <p:childTnLst>
                                    <p:animScale>
                                      <p:cBhvr>
                                        <p:cTn id="78" dur="150" fill="hold"/>
                                        <p:tgtEl>
                                          <p:spTgt spid="51"/>
                                        </p:tgtEl>
                                      </p:cBhvr>
                                      <p:by x="110000" y="110000"/>
                                    </p:animScale>
                                  </p:childTnLst>
                                </p:cTn>
                              </p:par>
                              <p:par>
                                <p:cTn id="79" presetID="2" presetClass="entr" presetSubtype="2" fill="hold" grpId="0" nodeType="withEffect">
                                  <p:stCondLst>
                                    <p:cond delay="1600"/>
                                  </p:stCondLst>
                                  <p:childTnLst>
                                    <p:set>
                                      <p:cBhvr>
                                        <p:cTn id="80" dur="1" fill="hold">
                                          <p:stCondLst>
                                            <p:cond delay="0"/>
                                          </p:stCondLst>
                                        </p:cTn>
                                        <p:tgtEl>
                                          <p:spTgt spid="57"/>
                                        </p:tgtEl>
                                        <p:attrNameLst>
                                          <p:attrName>style.visibility</p:attrName>
                                        </p:attrNameLst>
                                      </p:cBhvr>
                                      <p:to>
                                        <p:strVal val="visible"/>
                                      </p:to>
                                    </p:set>
                                    <p:anim calcmode="lin" valueType="num">
                                      <p:cBhvr additive="base">
                                        <p:cTn id="81" dur="600" fill="hold"/>
                                        <p:tgtEl>
                                          <p:spTgt spid="57"/>
                                        </p:tgtEl>
                                        <p:attrNameLst>
                                          <p:attrName>ppt_x</p:attrName>
                                        </p:attrNameLst>
                                      </p:cBhvr>
                                      <p:tavLst>
                                        <p:tav tm="0">
                                          <p:val>
                                            <p:strVal val="1+#ppt_w/2"/>
                                          </p:val>
                                        </p:tav>
                                        <p:tav tm="100000">
                                          <p:val>
                                            <p:strVal val="#ppt_x"/>
                                          </p:val>
                                        </p:tav>
                                      </p:tavLst>
                                    </p:anim>
                                    <p:anim calcmode="lin" valueType="num">
                                      <p:cBhvr additive="base">
                                        <p:cTn id="82" dur="600" fill="hold"/>
                                        <p:tgtEl>
                                          <p:spTgt spid="57"/>
                                        </p:tgtEl>
                                        <p:attrNameLst>
                                          <p:attrName>ppt_y</p:attrName>
                                        </p:attrNameLst>
                                      </p:cBhvr>
                                      <p:tavLst>
                                        <p:tav tm="0">
                                          <p:val>
                                            <p:strVal val="#ppt_y"/>
                                          </p:val>
                                        </p:tav>
                                        <p:tav tm="100000">
                                          <p:val>
                                            <p:strVal val="#ppt_y"/>
                                          </p:val>
                                        </p:tav>
                                      </p:tavLst>
                                    </p:anim>
                                  </p:childTnLst>
                                </p:cTn>
                              </p:par>
                              <p:par>
                                <p:cTn id="83" presetID="53" presetClass="entr" presetSubtype="16" fill="hold" grpId="0" nodeType="withEffect">
                                  <p:stCondLst>
                                    <p:cond delay="1600"/>
                                  </p:stCondLst>
                                  <p:childTnLst>
                                    <p:set>
                                      <p:cBhvr>
                                        <p:cTn id="84" dur="1" fill="hold">
                                          <p:stCondLst>
                                            <p:cond delay="0"/>
                                          </p:stCondLst>
                                        </p:cTn>
                                        <p:tgtEl>
                                          <p:spTgt spid="52"/>
                                        </p:tgtEl>
                                        <p:attrNameLst>
                                          <p:attrName>style.visibility</p:attrName>
                                        </p:attrNameLst>
                                      </p:cBhvr>
                                      <p:to>
                                        <p:strVal val="visible"/>
                                      </p:to>
                                    </p:set>
                                    <p:anim calcmode="lin" valueType="num">
                                      <p:cBhvr>
                                        <p:cTn id="85" dur="300" fill="hold"/>
                                        <p:tgtEl>
                                          <p:spTgt spid="52"/>
                                        </p:tgtEl>
                                        <p:attrNameLst>
                                          <p:attrName>ppt_w</p:attrName>
                                        </p:attrNameLst>
                                      </p:cBhvr>
                                      <p:tavLst>
                                        <p:tav tm="0">
                                          <p:val>
                                            <p:fltVal val="0"/>
                                          </p:val>
                                        </p:tav>
                                        <p:tav tm="100000">
                                          <p:val>
                                            <p:strVal val="#ppt_w"/>
                                          </p:val>
                                        </p:tav>
                                      </p:tavLst>
                                    </p:anim>
                                    <p:anim calcmode="lin" valueType="num">
                                      <p:cBhvr>
                                        <p:cTn id="86" dur="300" fill="hold"/>
                                        <p:tgtEl>
                                          <p:spTgt spid="52"/>
                                        </p:tgtEl>
                                        <p:attrNameLst>
                                          <p:attrName>ppt_h</p:attrName>
                                        </p:attrNameLst>
                                      </p:cBhvr>
                                      <p:tavLst>
                                        <p:tav tm="0">
                                          <p:val>
                                            <p:fltVal val="0"/>
                                          </p:val>
                                        </p:tav>
                                        <p:tav tm="100000">
                                          <p:val>
                                            <p:strVal val="#ppt_h"/>
                                          </p:val>
                                        </p:tav>
                                      </p:tavLst>
                                    </p:anim>
                                    <p:animEffect transition="in" filter="fade">
                                      <p:cBhvr>
                                        <p:cTn id="87" dur="300"/>
                                        <p:tgtEl>
                                          <p:spTgt spid="52"/>
                                        </p:tgtEl>
                                      </p:cBhvr>
                                    </p:animEffect>
                                  </p:childTnLst>
                                </p:cTn>
                              </p:par>
                              <p:par>
                                <p:cTn id="88" presetID="6" presetClass="emph" presetSubtype="0" autoRev="1" fill="hold" grpId="1" nodeType="withEffect">
                                  <p:stCondLst>
                                    <p:cond delay="1900"/>
                                  </p:stCondLst>
                                  <p:childTnLst>
                                    <p:animScale>
                                      <p:cBhvr>
                                        <p:cTn id="89" dur="150" fill="hold"/>
                                        <p:tgtEl>
                                          <p:spTgt spid="52"/>
                                        </p:tgtEl>
                                      </p:cBhvr>
                                      <p:by x="110000" y="110000"/>
                                    </p:animScale>
                                  </p:childTnLst>
                                </p:cTn>
                              </p:par>
                              <p:par>
                                <p:cTn id="90" presetID="53" presetClass="entr" presetSubtype="16" fill="hold" grpId="0" nodeType="withEffect">
                                  <p:stCondLst>
                                    <p:cond delay="1700"/>
                                  </p:stCondLst>
                                  <p:childTnLst>
                                    <p:set>
                                      <p:cBhvr>
                                        <p:cTn id="91" dur="1" fill="hold">
                                          <p:stCondLst>
                                            <p:cond delay="0"/>
                                          </p:stCondLst>
                                        </p:cTn>
                                        <p:tgtEl>
                                          <p:spTgt spid="53"/>
                                        </p:tgtEl>
                                        <p:attrNameLst>
                                          <p:attrName>style.visibility</p:attrName>
                                        </p:attrNameLst>
                                      </p:cBhvr>
                                      <p:to>
                                        <p:strVal val="visible"/>
                                      </p:to>
                                    </p:set>
                                    <p:anim calcmode="lin" valueType="num">
                                      <p:cBhvr>
                                        <p:cTn id="92" dur="300" fill="hold"/>
                                        <p:tgtEl>
                                          <p:spTgt spid="53"/>
                                        </p:tgtEl>
                                        <p:attrNameLst>
                                          <p:attrName>ppt_w</p:attrName>
                                        </p:attrNameLst>
                                      </p:cBhvr>
                                      <p:tavLst>
                                        <p:tav tm="0">
                                          <p:val>
                                            <p:fltVal val="0"/>
                                          </p:val>
                                        </p:tav>
                                        <p:tav tm="100000">
                                          <p:val>
                                            <p:strVal val="#ppt_w"/>
                                          </p:val>
                                        </p:tav>
                                      </p:tavLst>
                                    </p:anim>
                                    <p:anim calcmode="lin" valueType="num">
                                      <p:cBhvr>
                                        <p:cTn id="93" dur="300" fill="hold"/>
                                        <p:tgtEl>
                                          <p:spTgt spid="53"/>
                                        </p:tgtEl>
                                        <p:attrNameLst>
                                          <p:attrName>ppt_h</p:attrName>
                                        </p:attrNameLst>
                                      </p:cBhvr>
                                      <p:tavLst>
                                        <p:tav tm="0">
                                          <p:val>
                                            <p:fltVal val="0"/>
                                          </p:val>
                                        </p:tav>
                                        <p:tav tm="100000">
                                          <p:val>
                                            <p:strVal val="#ppt_h"/>
                                          </p:val>
                                        </p:tav>
                                      </p:tavLst>
                                    </p:anim>
                                    <p:animEffect transition="in" filter="fade">
                                      <p:cBhvr>
                                        <p:cTn id="94" dur="300"/>
                                        <p:tgtEl>
                                          <p:spTgt spid="53"/>
                                        </p:tgtEl>
                                      </p:cBhvr>
                                    </p:animEffect>
                                  </p:childTnLst>
                                </p:cTn>
                              </p:par>
                              <p:par>
                                <p:cTn id="95" presetID="6" presetClass="emph" presetSubtype="0" autoRev="1" fill="hold" grpId="1" nodeType="withEffect">
                                  <p:stCondLst>
                                    <p:cond delay="2000"/>
                                  </p:stCondLst>
                                  <p:childTnLst>
                                    <p:animScale>
                                      <p:cBhvr>
                                        <p:cTn id="96" dur="150" fill="hold"/>
                                        <p:tgtEl>
                                          <p:spTgt spid="53"/>
                                        </p:tgtEl>
                                      </p:cBhvr>
                                      <p:by x="110000" y="110000"/>
                                    </p:animScale>
                                  </p:childTnLst>
                                </p:cTn>
                              </p:par>
                              <p:par>
                                <p:cTn id="97" presetID="2" presetClass="entr" presetSubtype="2" fill="hold" grpId="0" nodeType="withEffect">
                                  <p:stCondLst>
                                    <p:cond delay="2000"/>
                                  </p:stCondLst>
                                  <p:childTnLst>
                                    <p:set>
                                      <p:cBhvr>
                                        <p:cTn id="98" dur="1" fill="hold">
                                          <p:stCondLst>
                                            <p:cond delay="0"/>
                                          </p:stCondLst>
                                        </p:cTn>
                                        <p:tgtEl>
                                          <p:spTgt spid="58"/>
                                        </p:tgtEl>
                                        <p:attrNameLst>
                                          <p:attrName>style.visibility</p:attrName>
                                        </p:attrNameLst>
                                      </p:cBhvr>
                                      <p:to>
                                        <p:strVal val="visible"/>
                                      </p:to>
                                    </p:set>
                                    <p:anim calcmode="lin" valueType="num">
                                      <p:cBhvr additive="base">
                                        <p:cTn id="99" dur="600" fill="hold"/>
                                        <p:tgtEl>
                                          <p:spTgt spid="58"/>
                                        </p:tgtEl>
                                        <p:attrNameLst>
                                          <p:attrName>ppt_x</p:attrName>
                                        </p:attrNameLst>
                                      </p:cBhvr>
                                      <p:tavLst>
                                        <p:tav tm="0">
                                          <p:val>
                                            <p:strVal val="1+#ppt_w/2"/>
                                          </p:val>
                                        </p:tav>
                                        <p:tav tm="100000">
                                          <p:val>
                                            <p:strVal val="#ppt_x"/>
                                          </p:val>
                                        </p:tav>
                                      </p:tavLst>
                                    </p:anim>
                                    <p:anim calcmode="lin" valueType="num">
                                      <p:cBhvr additive="base">
                                        <p:cTn id="100" dur="600" fill="hold"/>
                                        <p:tgtEl>
                                          <p:spTgt spid="58"/>
                                        </p:tgtEl>
                                        <p:attrNameLst>
                                          <p:attrName>ppt_y</p:attrName>
                                        </p:attrNameLst>
                                      </p:cBhvr>
                                      <p:tavLst>
                                        <p:tav tm="0">
                                          <p:val>
                                            <p:strVal val="#ppt_y"/>
                                          </p:val>
                                        </p:tav>
                                        <p:tav tm="100000">
                                          <p:val>
                                            <p:strVal val="#ppt_y"/>
                                          </p:val>
                                        </p:tav>
                                      </p:tavLst>
                                    </p:anim>
                                  </p:childTnLst>
                                </p:cTn>
                              </p:par>
                              <p:par>
                                <p:cTn id="101" presetID="53" presetClass="entr" presetSubtype="16" fill="hold" grpId="0" nodeType="withEffect">
                                  <p:stCondLst>
                                    <p:cond delay="2000"/>
                                  </p:stCondLst>
                                  <p:childTnLst>
                                    <p:set>
                                      <p:cBhvr>
                                        <p:cTn id="102" dur="1" fill="hold">
                                          <p:stCondLst>
                                            <p:cond delay="0"/>
                                          </p:stCondLst>
                                        </p:cTn>
                                        <p:tgtEl>
                                          <p:spTgt spid="54"/>
                                        </p:tgtEl>
                                        <p:attrNameLst>
                                          <p:attrName>style.visibility</p:attrName>
                                        </p:attrNameLst>
                                      </p:cBhvr>
                                      <p:to>
                                        <p:strVal val="visible"/>
                                      </p:to>
                                    </p:set>
                                    <p:anim calcmode="lin" valueType="num">
                                      <p:cBhvr>
                                        <p:cTn id="103" dur="300" fill="hold"/>
                                        <p:tgtEl>
                                          <p:spTgt spid="54"/>
                                        </p:tgtEl>
                                        <p:attrNameLst>
                                          <p:attrName>ppt_w</p:attrName>
                                        </p:attrNameLst>
                                      </p:cBhvr>
                                      <p:tavLst>
                                        <p:tav tm="0">
                                          <p:val>
                                            <p:fltVal val="0"/>
                                          </p:val>
                                        </p:tav>
                                        <p:tav tm="100000">
                                          <p:val>
                                            <p:strVal val="#ppt_w"/>
                                          </p:val>
                                        </p:tav>
                                      </p:tavLst>
                                    </p:anim>
                                    <p:anim calcmode="lin" valueType="num">
                                      <p:cBhvr>
                                        <p:cTn id="104" dur="300" fill="hold"/>
                                        <p:tgtEl>
                                          <p:spTgt spid="54"/>
                                        </p:tgtEl>
                                        <p:attrNameLst>
                                          <p:attrName>ppt_h</p:attrName>
                                        </p:attrNameLst>
                                      </p:cBhvr>
                                      <p:tavLst>
                                        <p:tav tm="0">
                                          <p:val>
                                            <p:fltVal val="0"/>
                                          </p:val>
                                        </p:tav>
                                        <p:tav tm="100000">
                                          <p:val>
                                            <p:strVal val="#ppt_h"/>
                                          </p:val>
                                        </p:tav>
                                      </p:tavLst>
                                    </p:anim>
                                    <p:animEffect transition="in" filter="fade">
                                      <p:cBhvr>
                                        <p:cTn id="105" dur="300"/>
                                        <p:tgtEl>
                                          <p:spTgt spid="54"/>
                                        </p:tgtEl>
                                      </p:cBhvr>
                                    </p:animEffect>
                                  </p:childTnLst>
                                </p:cTn>
                              </p:par>
                              <p:par>
                                <p:cTn id="106" presetID="6" presetClass="emph" presetSubtype="0" autoRev="1" fill="hold" grpId="1" nodeType="withEffect">
                                  <p:stCondLst>
                                    <p:cond delay="2300"/>
                                  </p:stCondLst>
                                  <p:childTnLst>
                                    <p:animScale>
                                      <p:cBhvr>
                                        <p:cTn id="107" dur="150" fill="hold"/>
                                        <p:tgtEl>
                                          <p:spTgt spid="54"/>
                                        </p:tgtEl>
                                      </p:cBhvr>
                                      <p:by x="110000" y="110000"/>
                                    </p:animScale>
                                  </p:childTnLst>
                                </p:cTn>
                              </p:par>
                              <p:par>
                                <p:cTn id="108" presetID="53" presetClass="entr" presetSubtype="16" fill="hold" grpId="0" nodeType="withEffect">
                                  <p:stCondLst>
                                    <p:cond delay="2100"/>
                                  </p:stCondLst>
                                  <p:childTnLst>
                                    <p:set>
                                      <p:cBhvr>
                                        <p:cTn id="109" dur="1" fill="hold">
                                          <p:stCondLst>
                                            <p:cond delay="0"/>
                                          </p:stCondLst>
                                        </p:cTn>
                                        <p:tgtEl>
                                          <p:spTgt spid="55"/>
                                        </p:tgtEl>
                                        <p:attrNameLst>
                                          <p:attrName>style.visibility</p:attrName>
                                        </p:attrNameLst>
                                      </p:cBhvr>
                                      <p:to>
                                        <p:strVal val="visible"/>
                                      </p:to>
                                    </p:set>
                                    <p:anim calcmode="lin" valueType="num">
                                      <p:cBhvr>
                                        <p:cTn id="110" dur="300" fill="hold"/>
                                        <p:tgtEl>
                                          <p:spTgt spid="55"/>
                                        </p:tgtEl>
                                        <p:attrNameLst>
                                          <p:attrName>ppt_w</p:attrName>
                                        </p:attrNameLst>
                                      </p:cBhvr>
                                      <p:tavLst>
                                        <p:tav tm="0">
                                          <p:val>
                                            <p:fltVal val="0"/>
                                          </p:val>
                                        </p:tav>
                                        <p:tav tm="100000">
                                          <p:val>
                                            <p:strVal val="#ppt_w"/>
                                          </p:val>
                                        </p:tav>
                                      </p:tavLst>
                                    </p:anim>
                                    <p:anim calcmode="lin" valueType="num">
                                      <p:cBhvr>
                                        <p:cTn id="111" dur="300" fill="hold"/>
                                        <p:tgtEl>
                                          <p:spTgt spid="55"/>
                                        </p:tgtEl>
                                        <p:attrNameLst>
                                          <p:attrName>ppt_h</p:attrName>
                                        </p:attrNameLst>
                                      </p:cBhvr>
                                      <p:tavLst>
                                        <p:tav tm="0">
                                          <p:val>
                                            <p:fltVal val="0"/>
                                          </p:val>
                                        </p:tav>
                                        <p:tav tm="100000">
                                          <p:val>
                                            <p:strVal val="#ppt_h"/>
                                          </p:val>
                                        </p:tav>
                                      </p:tavLst>
                                    </p:anim>
                                    <p:animEffect transition="in" filter="fade">
                                      <p:cBhvr>
                                        <p:cTn id="112" dur="300"/>
                                        <p:tgtEl>
                                          <p:spTgt spid="55"/>
                                        </p:tgtEl>
                                      </p:cBhvr>
                                    </p:animEffect>
                                  </p:childTnLst>
                                </p:cTn>
                              </p:par>
                              <p:par>
                                <p:cTn id="113" presetID="6" presetClass="emph" presetSubtype="0" autoRev="1" fill="hold" grpId="1" nodeType="withEffect">
                                  <p:stCondLst>
                                    <p:cond delay="2400"/>
                                  </p:stCondLst>
                                  <p:childTnLst>
                                    <p:animScale>
                                      <p:cBhvr>
                                        <p:cTn id="114" dur="150" fill="hold"/>
                                        <p:tgtEl>
                                          <p:spTgt spid="55"/>
                                        </p:tgtEl>
                                      </p:cBhvr>
                                      <p:by x="110000" y="110000"/>
                                    </p:animScale>
                                  </p:childTnLst>
                                </p:cTn>
                              </p:par>
                              <p:par>
                                <p:cTn id="115" presetID="2" presetClass="entr" presetSubtype="2" fill="hold" grpId="0" nodeType="withEffect">
                                  <p:stCondLst>
                                    <p:cond delay="2400"/>
                                  </p:stCondLst>
                                  <p:childTnLst>
                                    <p:set>
                                      <p:cBhvr>
                                        <p:cTn id="116" dur="1" fill="hold">
                                          <p:stCondLst>
                                            <p:cond delay="0"/>
                                          </p:stCondLst>
                                        </p:cTn>
                                        <p:tgtEl>
                                          <p:spTgt spid="59"/>
                                        </p:tgtEl>
                                        <p:attrNameLst>
                                          <p:attrName>style.visibility</p:attrName>
                                        </p:attrNameLst>
                                      </p:cBhvr>
                                      <p:to>
                                        <p:strVal val="visible"/>
                                      </p:to>
                                    </p:set>
                                    <p:anim calcmode="lin" valueType="num">
                                      <p:cBhvr additive="base">
                                        <p:cTn id="117" dur="600" fill="hold"/>
                                        <p:tgtEl>
                                          <p:spTgt spid="59"/>
                                        </p:tgtEl>
                                        <p:attrNameLst>
                                          <p:attrName>ppt_x</p:attrName>
                                        </p:attrNameLst>
                                      </p:cBhvr>
                                      <p:tavLst>
                                        <p:tav tm="0">
                                          <p:val>
                                            <p:strVal val="1+#ppt_w/2"/>
                                          </p:val>
                                        </p:tav>
                                        <p:tav tm="100000">
                                          <p:val>
                                            <p:strVal val="#ppt_x"/>
                                          </p:val>
                                        </p:tav>
                                      </p:tavLst>
                                    </p:anim>
                                    <p:anim calcmode="lin" valueType="num">
                                      <p:cBhvr additive="base">
                                        <p:cTn id="118" dur="600" fill="hold"/>
                                        <p:tgtEl>
                                          <p:spTgt spid="59"/>
                                        </p:tgtEl>
                                        <p:attrNameLst>
                                          <p:attrName>ppt_y</p:attrName>
                                        </p:attrNameLst>
                                      </p:cBhvr>
                                      <p:tavLst>
                                        <p:tav tm="0">
                                          <p:val>
                                            <p:strVal val="#ppt_y"/>
                                          </p:val>
                                        </p:tav>
                                        <p:tav tm="100000">
                                          <p:val>
                                            <p:strVal val="#ppt_y"/>
                                          </p:val>
                                        </p:tav>
                                      </p:tavLst>
                                    </p:anim>
                                  </p:childTnLst>
                                </p:cTn>
                              </p:par>
                              <p:par>
                                <p:cTn id="119" presetID="53" presetClass="entr" presetSubtype="16" fill="hold" grpId="0" nodeType="withEffect">
                                  <p:stCondLst>
                                    <p:cond delay="0"/>
                                  </p:stCondLst>
                                  <p:childTnLst>
                                    <p:set>
                                      <p:cBhvr>
                                        <p:cTn id="120" dur="1" fill="hold">
                                          <p:stCondLst>
                                            <p:cond delay="0"/>
                                          </p:stCondLst>
                                        </p:cTn>
                                        <p:tgtEl>
                                          <p:spTgt spid="62"/>
                                        </p:tgtEl>
                                        <p:attrNameLst>
                                          <p:attrName>style.visibility</p:attrName>
                                        </p:attrNameLst>
                                      </p:cBhvr>
                                      <p:to>
                                        <p:strVal val="visible"/>
                                      </p:to>
                                    </p:set>
                                    <p:anim calcmode="lin" valueType="num">
                                      <p:cBhvr>
                                        <p:cTn id="121" dur="300" fill="hold"/>
                                        <p:tgtEl>
                                          <p:spTgt spid="62"/>
                                        </p:tgtEl>
                                        <p:attrNameLst>
                                          <p:attrName>ppt_w</p:attrName>
                                        </p:attrNameLst>
                                      </p:cBhvr>
                                      <p:tavLst>
                                        <p:tav tm="0">
                                          <p:val>
                                            <p:fltVal val="0"/>
                                          </p:val>
                                        </p:tav>
                                        <p:tav tm="100000">
                                          <p:val>
                                            <p:strVal val="#ppt_w"/>
                                          </p:val>
                                        </p:tav>
                                      </p:tavLst>
                                    </p:anim>
                                    <p:anim calcmode="lin" valueType="num">
                                      <p:cBhvr>
                                        <p:cTn id="122" dur="300" fill="hold"/>
                                        <p:tgtEl>
                                          <p:spTgt spid="62"/>
                                        </p:tgtEl>
                                        <p:attrNameLst>
                                          <p:attrName>ppt_h</p:attrName>
                                        </p:attrNameLst>
                                      </p:cBhvr>
                                      <p:tavLst>
                                        <p:tav tm="0">
                                          <p:val>
                                            <p:fltVal val="0"/>
                                          </p:val>
                                        </p:tav>
                                        <p:tav tm="100000">
                                          <p:val>
                                            <p:strVal val="#ppt_h"/>
                                          </p:val>
                                        </p:tav>
                                      </p:tavLst>
                                    </p:anim>
                                    <p:animEffect transition="in" filter="fade">
                                      <p:cBhvr>
                                        <p:cTn id="123" dur="300"/>
                                        <p:tgtEl>
                                          <p:spTgt spid="62"/>
                                        </p:tgtEl>
                                      </p:cBhvr>
                                    </p:animEffect>
                                  </p:childTnLst>
                                </p:cTn>
                              </p:par>
                              <p:par>
                                <p:cTn id="124" presetID="6" presetClass="emph" presetSubtype="0" autoRev="1" fill="hold" grpId="1" nodeType="withEffect">
                                  <p:stCondLst>
                                    <p:cond delay="300"/>
                                  </p:stCondLst>
                                  <p:childTnLst>
                                    <p:animScale>
                                      <p:cBhvr>
                                        <p:cTn id="125" dur="150"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4" grpId="1" animBg="1"/>
      <p:bldP spid="45" grpId="0" animBg="1"/>
      <p:bldP spid="45" grpId="1" animBg="1"/>
      <p:bldP spid="46" grpId="0" animBg="1"/>
      <p:bldP spid="46" grpId="1" animBg="1"/>
      <p:bldP spid="47" grpId="0"/>
      <p:bldP spid="47" grpId="1"/>
      <p:bldP spid="48" grpId="0" animBg="1"/>
      <p:bldP spid="48" grpId="1" animBg="1"/>
      <p:bldP spid="49" grpId="0"/>
      <p:bldP spid="49" grpId="1"/>
      <p:bldP spid="50" grpId="0" animBg="1"/>
      <p:bldP spid="50" grpId="1" animBg="1"/>
      <p:bldP spid="51" grpId="0"/>
      <p:bldP spid="51" grpId="1"/>
      <p:bldP spid="52" grpId="0" animBg="1"/>
      <p:bldP spid="52" grpId="1" animBg="1"/>
      <p:bldP spid="53" grpId="0"/>
      <p:bldP spid="53" grpId="1"/>
      <p:bldP spid="54" grpId="0" animBg="1"/>
      <p:bldP spid="54" grpId="1" animBg="1"/>
      <p:bldP spid="55" grpId="0"/>
      <p:bldP spid="55" grpId="1"/>
      <p:bldP spid="56" grpId="0"/>
      <p:bldP spid="57" grpId="0"/>
      <p:bldP spid="58" grpId="0"/>
      <p:bldP spid="59" grpId="0"/>
      <p:bldP spid="60" grpId="0" animBg="1"/>
      <p:bldP spid="60" grpId="1" animBg="1"/>
      <p:bldP spid="61" grpId="0" animBg="1"/>
      <p:bldP spid="61" grpId="1" animBg="1"/>
      <p:bldP spid="62" grpId="0" animBg="1"/>
      <p:bldP spid="62"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8"/>
          <p:cNvSpPr txBox="1"/>
          <p:nvPr/>
        </p:nvSpPr>
        <p:spPr>
          <a:xfrm>
            <a:off x="4168775" y="1113092"/>
            <a:ext cx="1155700" cy="2053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defPPr>
              <a:defRPr lang="zh-CN"/>
            </a:defPPr>
            <a:lvl1pPr algn="just">
              <a:defRPr sz="3200">
                <a:solidFill>
                  <a:schemeClr val="lt1"/>
                </a:solidFill>
                <a:latin typeface="Arial Rounded MT Bold" pitchFamily="34" charset="0"/>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ltLang="en-US" sz="15600" i="1" dirty="0">
              <a:ln w="12700">
                <a:noFill/>
              </a:ln>
              <a:solidFill>
                <a:srgbClr val="F1C341"/>
              </a:solidFill>
              <a:latin typeface="Britannic Bold" pitchFamily="34" charset="0"/>
            </a:endParaRPr>
          </a:p>
        </p:txBody>
      </p:sp>
      <p:sp>
        <p:nvSpPr>
          <p:cNvPr id="15" name="文本框 6"/>
          <p:cNvSpPr txBox="1">
            <a:spLocks noChangeArrowheads="1"/>
          </p:cNvSpPr>
          <p:nvPr/>
        </p:nvSpPr>
        <p:spPr bwMode="auto">
          <a:xfrm>
            <a:off x="330170" y="954074"/>
            <a:ext cx="4205288" cy="3566656"/>
          </a:xfrm>
          <a:prstGeom prst="rect">
            <a:avLst/>
          </a:prstGeom>
          <a:noFill/>
          <a:ln w="9525">
            <a:noFill/>
            <a:miter lim="800000"/>
          </a:ln>
        </p:spPr>
        <p:txBody>
          <a:bodyPr lIns="103163" tIns="51581" rIns="103163" bIns="51581">
            <a:spAutoFit/>
          </a:bodyPr>
          <a:lstStyle/>
          <a:p>
            <a:pPr algn="ctr" eaLnBrk="1" hangingPunct="1"/>
            <a:r>
              <a:rPr lang="en-US" altLang="zh-CN" sz="22500" b="1" dirty="0">
                <a:solidFill>
                  <a:srgbClr val="83B40D"/>
                </a:solidFill>
                <a:latin typeface="Arial Black" pitchFamily="34" charset="0"/>
                <a:ea typeface="微软雅黑" pitchFamily="34" charset="-122"/>
                <a:cs typeface="Times New Roman" pitchFamily="18" charset="0"/>
              </a:rPr>
              <a:t>01</a:t>
            </a:r>
            <a:endParaRPr lang="zh-CN" altLang="en-US" sz="22500" b="1" dirty="0">
              <a:solidFill>
                <a:srgbClr val="83B40D"/>
              </a:solidFill>
              <a:latin typeface="Arial Black" pitchFamily="34" charset="0"/>
              <a:ea typeface="微软雅黑" pitchFamily="34" charset="-122"/>
              <a:cs typeface="Times New Roman" pitchFamily="18" charset="0"/>
            </a:endParaRPr>
          </a:p>
        </p:txBody>
      </p:sp>
      <p:sp>
        <p:nvSpPr>
          <p:cNvPr id="16" name="文本框 7"/>
          <p:cNvSpPr txBox="1">
            <a:spLocks noChangeArrowheads="1"/>
          </p:cNvSpPr>
          <p:nvPr/>
        </p:nvSpPr>
        <p:spPr bwMode="auto">
          <a:xfrm>
            <a:off x="285720" y="2349872"/>
            <a:ext cx="3887788" cy="735111"/>
          </a:xfrm>
          <a:prstGeom prst="rect">
            <a:avLst/>
          </a:prstGeom>
          <a:solidFill>
            <a:srgbClr val="FFFFFF"/>
          </a:solidFill>
          <a:ln w="9525">
            <a:noFill/>
            <a:miter lim="800000"/>
          </a:ln>
        </p:spPr>
        <p:txBody>
          <a:bodyPr lIns="103163" tIns="51581" rIns="103163" bIns="51581">
            <a:spAutoFit/>
          </a:bodyPr>
          <a:lstStyle/>
          <a:p>
            <a:pPr eaLnBrk="1" hangingPunct="1"/>
            <a:r>
              <a:rPr lang="en-US" altLang="zh-CN" sz="4100" b="1" dirty="0">
                <a:solidFill>
                  <a:srgbClr val="83B40D"/>
                </a:solidFill>
                <a:latin typeface="Times New Roman" pitchFamily="18" charset="0"/>
                <a:cs typeface="Times New Roman" pitchFamily="18" charset="0"/>
              </a:rPr>
              <a:t>      PART ONE</a:t>
            </a:r>
            <a:endParaRPr lang="zh-CN" altLang="en-US" sz="4100" b="1" dirty="0">
              <a:solidFill>
                <a:srgbClr val="83B40D"/>
              </a:solidFill>
              <a:latin typeface="Times New Roman" pitchFamily="18" charset="0"/>
              <a:cs typeface="Times New Roman" pitchFamily="18" charset="0"/>
            </a:endParaRPr>
          </a:p>
        </p:txBody>
      </p:sp>
      <p:sp>
        <p:nvSpPr>
          <p:cNvPr id="17" name="文本框 8"/>
          <p:cNvSpPr txBox="1">
            <a:spLocks noChangeArrowheads="1"/>
          </p:cNvSpPr>
          <p:nvPr/>
        </p:nvSpPr>
        <p:spPr bwMode="auto">
          <a:xfrm>
            <a:off x="4173511" y="2030074"/>
            <a:ext cx="4662487" cy="596612"/>
          </a:xfrm>
          <a:prstGeom prst="rect">
            <a:avLst/>
          </a:prstGeom>
          <a:noFill/>
          <a:ln w="9525">
            <a:noFill/>
            <a:miter lim="800000"/>
          </a:ln>
        </p:spPr>
        <p:txBody>
          <a:bodyPr lIns="103163" tIns="51581" rIns="103163" bIns="51581">
            <a:spAutoFit/>
          </a:bodyPr>
          <a:lstStyle/>
          <a:p>
            <a:pPr algn="ctr" defTabSz="914400" fontAlgn="base">
              <a:spcBef>
                <a:spcPct val="0"/>
              </a:spcBef>
              <a:spcAft>
                <a:spcPct val="0"/>
              </a:spcAft>
              <a:defRPr/>
            </a:pPr>
            <a:r>
              <a:rPr lang="zh-CN" altLang="en-US" sz="3200" kern="0" dirty="0" smtClean="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rPr>
              <a:t>管理体系审核概论</a:t>
            </a:r>
            <a:endParaRPr lang="zh-CN" altLang="en-US" sz="3200" kern="0" dirty="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9" name="直接连接符 10"/>
          <p:cNvCxnSpPr>
            <a:cxnSpLocks noChangeShapeType="1"/>
          </p:cNvCxnSpPr>
          <p:nvPr/>
        </p:nvCxnSpPr>
        <p:spPr bwMode="auto">
          <a:xfrm>
            <a:off x="4256058" y="2710301"/>
            <a:ext cx="4608512" cy="0"/>
          </a:xfrm>
          <a:prstGeom prst="line">
            <a:avLst/>
          </a:prstGeom>
          <a:noFill/>
          <a:ln w="12700" algn="ctr">
            <a:solidFill>
              <a:srgbClr val="DFDFDF"/>
            </a:solidFill>
            <a:miter lim="800000"/>
            <a:headEnd type="oval" w="med" len="med"/>
            <a:tailEnd type="oval" w="med" len="med"/>
          </a:ln>
        </p:spPr>
      </p:cxn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00562" y="2147882"/>
            <a:ext cx="647700" cy="3388778"/>
          </a:xfrm>
          <a:prstGeom prst="rect">
            <a:avLst/>
          </a:prstGeom>
          <a:gradFill flip="none" rotWithShape="1">
            <a:gsLst>
              <a:gs pos="0">
                <a:srgbClr val="334D17"/>
              </a:gs>
              <a:gs pos="50000">
                <a:srgbClr val="92D050">
                  <a:shade val="67500"/>
                  <a:satMod val="115000"/>
                </a:srgbClr>
              </a:gs>
              <a:gs pos="100000">
                <a:srgbClr val="92D050"/>
              </a:gs>
            </a:gsLst>
            <a:lin ang="5400000" scaled="1"/>
            <a:tileRect/>
          </a:gradFill>
          <a:ln w="25400" cap="flat" cmpd="sng" algn="ctr">
            <a:noFill/>
            <a:prstDash val="solid"/>
          </a:ln>
          <a:effectLst/>
        </p:spPr>
        <p:txBody>
          <a:bodyPr lIns="77372" tIns="38686" rIns="77372" bIns="38686" anchor="ctr"/>
          <a:lstStyle/>
          <a:p>
            <a:pPr algn="ctr">
              <a:defRPr/>
            </a:pPr>
            <a:endParaRPr lang="zh-CN" altLang="en-US" sz="1500" kern="0" dirty="0">
              <a:solidFill>
                <a:sysClr val="window" lastClr="FFFFFF"/>
              </a:solidFill>
              <a:latin typeface="Calibri"/>
              <a:ea typeface="宋体"/>
            </a:endParaRPr>
          </a:p>
        </p:txBody>
      </p:sp>
      <p:sp>
        <p:nvSpPr>
          <p:cNvPr id="9" name="矩形 2"/>
          <p:cNvSpPr/>
          <p:nvPr/>
        </p:nvSpPr>
        <p:spPr>
          <a:xfrm>
            <a:off x="1223965" y="478792"/>
            <a:ext cx="809625" cy="1720892"/>
          </a:xfrm>
          <a:custGeom>
            <a:avLst/>
            <a:gdLst>
              <a:gd name="connsiteX0" fmla="*/ 0 w 1080120"/>
              <a:gd name="connsiteY0" fmla="*/ 0 h 2060848"/>
              <a:gd name="connsiteX1" fmla="*/ 1080120 w 1080120"/>
              <a:gd name="connsiteY1" fmla="*/ 0 h 2060848"/>
              <a:gd name="connsiteX2" fmla="*/ 1080120 w 1080120"/>
              <a:gd name="connsiteY2" fmla="*/ 2060848 h 2060848"/>
              <a:gd name="connsiteX3" fmla="*/ 0 w 1080120"/>
              <a:gd name="connsiteY3" fmla="*/ 2060848 h 2060848"/>
              <a:gd name="connsiteX4" fmla="*/ 0 w 1080120"/>
              <a:gd name="connsiteY4" fmla="*/ 0 h 2060848"/>
              <a:gd name="connsiteX0-1" fmla="*/ 0 w 1080120"/>
              <a:gd name="connsiteY0-2" fmla="*/ 0 h 2060848"/>
              <a:gd name="connsiteX1-3" fmla="*/ 1080120 w 1080120"/>
              <a:gd name="connsiteY1-4" fmla="*/ 0 h 2060848"/>
              <a:gd name="connsiteX2-5" fmla="*/ 1080120 w 1080120"/>
              <a:gd name="connsiteY2-6" fmla="*/ 2060848 h 2060848"/>
              <a:gd name="connsiteX3-7" fmla="*/ 0 w 1080120"/>
              <a:gd name="connsiteY3-8" fmla="*/ 724417 h 2060848"/>
              <a:gd name="connsiteX4-9" fmla="*/ 0 w 1080120"/>
              <a:gd name="connsiteY4-10" fmla="*/ 0 h 20608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80120" h="2060848">
                <a:moveTo>
                  <a:pt x="0" y="0"/>
                </a:moveTo>
                <a:lnTo>
                  <a:pt x="1080120" y="0"/>
                </a:lnTo>
                <a:lnTo>
                  <a:pt x="1080120" y="2060848"/>
                </a:lnTo>
                <a:lnTo>
                  <a:pt x="0" y="724417"/>
                </a:lnTo>
                <a:lnTo>
                  <a:pt x="0" y="0"/>
                </a:lnTo>
                <a:close/>
              </a:path>
            </a:pathLst>
          </a:custGeom>
          <a:gradFill flip="none" rotWithShape="1">
            <a:gsLst>
              <a:gs pos="0">
                <a:srgbClr val="92D050"/>
              </a:gs>
              <a:gs pos="50000">
                <a:srgbClr val="92D050">
                  <a:shade val="67500"/>
                  <a:satMod val="115000"/>
                </a:srgbClr>
              </a:gs>
              <a:gs pos="100000">
                <a:srgbClr val="92D050">
                  <a:shade val="100000"/>
                  <a:satMod val="115000"/>
                </a:srgbClr>
              </a:gs>
            </a:gsLst>
            <a:lin ang="5400000" scaled="1"/>
            <a:tileRect/>
          </a:gradFill>
          <a:ln w="25400" cap="flat" cmpd="sng" algn="ctr">
            <a:noFill/>
            <a:prstDash val="solid"/>
          </a:ln>
          <a:effectLst/>
        </p:spPr>
        <p:txBody>
          <a:bodyPr lIns="77372" tIns="38686" rIns="77372" bIns="38686" anchor="ctr"/>
          <a:lstStyle/>
          <a:p>
            <a:pPr algn="ctr">
              <a:defRPr/>
            </a:pPr>
            <a:endParaRPr lang="zh-CN" altLang="en-US" sz="1500" kern="0" dirty="0">
              <a:solidFill>
                <a:sysClr val="window" lastClr="FFFFFF"/>
              </a:solidFill>
              <a:latin typeface="Calibri"/>
              <a:ea typeface="宋体"/>
            </a:endParaRPr>
          </a:p>
        </p:txBody>
      </p:sp>
      <p:sp>
        <p:nvSpPr>
          <p:cNvPr id="10" name="矩形 3"/>
          <p:cNvSpPr/>
          <p:nvPr/>
        </p:nvSpPr>
        <p:spPr>
          <a:xfrm>
            <a:off x="2033591" y="876330"/>
            <a:ext cx="3109914" cy="1323354"/>
          </a:xfrm>
          <a:custGeom>
            <a:avLst/>
            <a:gdLst>
              <a:gd name="connsiteX0" fmla="*/ 0 w 4752528"/>
              <a:gd name="connsiteY0" fmla="*/ 0 h 1584176"/>
              <a:gd name="connsiteX1" fmla="*/ 4752528 w 4752528"/>
              <a:gd name="connsiteY1" fmla="*/ 0 h 1584176"/>
              <a:gd name="connsiteX2" fmla="*/ 4752528 w 4752528"/>
              <a:gd name="connsiteY2" fmla="*/ 1584176 h 1584176"/>
              <a:gd name="connsiteX3" fmla="*/ 0 w 4752528"/>
              <a:gd name="connsiteY3" fmla="*/ 1584176 h 1584176"/>
              <a:gd name="connsiteX4" fmla="*/ 0 w 4752528"/>
              <a:gd name="connsiteY4" fmla="*/ 0 h 1584176"/>
              <a:gd name="connsiteX0-1" fmla="*/ 0 w 4752528"/>
              <a:gd name="connsiteY0-2" fmla="*/ 0 h 1584176"/>
              <a:gd name="connsiteX1-3" fmla="*/ 3556775 w 4752528"/>
              <a:gd name="connsiteY1-4" fmla="*/ 14068 h 1584176"/>
              <a:gd name="connsiteX2-5" fmla="*/ 4752528 w 4752528"/>
              <a:gd name="connsiteY2-6" fmla="*/ 1584176 h 1584176"/>
              <a:gd name="connsiteX3-7" fmla="*/ 0 w 4752528"/>
              <a:gd name="connsiteY3-8" fmla="*/ 1584176 h 1584176"/>
              <a:gd name="connsiteX4-9" fmla="*/ 0 w 4752528"/>
              <a:gd name="connsiteY4-10" fmla="*/ 0 h 15841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752528" h="1584176">
                <a:moveTo>
                  <a:pt x="0" y="0"/>
                </a:moveTo>
                <a:lnTo>
                  <a:pt x="3556775" y="14068"/>
                </a:lnTo>
                <a:lnTo>
                  <a:pt x="4752528" y="1584176"/>
                </a:lnTo>
                <a:lnTo>
                  <a:pt x="0" y="1584176"/>
                </a:lnTo>
                <a:lnTo>
                  <a:pt x="0" y="0"/>
                </a:lnTo>
                <a:close/>
              </a:path>
            </a:pathLst>
          </a:custGeom>
          <a:gradFill flip="none" rotWithShape="1">
            <a:gsLst>
              <a:gs pos="100000">
                <a:srgbClr val="5A8829"/>
              </a:gs>
              <a:gs pos="0">
                <a:srgbClr val="92D050">
                  <a:shade val="30000"/>
                  <a:satMod val="115000"/>
                </a:srgbClr>
              </a:gs>
              <a:gs pos="46230">
                <a:srgbClr val="97D15D"/>
              </a:gs>
              <a:gs pos="4000">
                <a:srgbClr val="92D050">
                  <a:shade val="67500"/>
                  <a:satMod val="115000"/>
                </a:srgbClr>
              </a:gs>
              <a:gs pos="86000">
                <a:srgbClr val="92D050">
                  <a:shade val="100000"/>
                  <a:satMod val="115000"/>
                </a:srgbClr>
              </a:gs>
            </a:gsLst>
            <a:lin ang="0" scaled="1"/>
            <a:tileRect/>
          </a:gradFill>
          <a:ln w="25400" cap="flat" cmpd="sng" algn="ctr">
            <a:noFill/>
            <a:prstDash val="solid"/>
          </a:ln>
          <a:effectLst/>
        </p:spPr>
        <p:txBody>
          <a:bodyPr lIns="203076" tIns="38686" rIns="609228" bIns="38686" anchor="ctr"/>
          <a:lstStyle/>
          <a:p>
            <a:pPr algn="just">
              <a:defRPr/>
            </a:pPr>
            <a:r>
              <a:rPr lang="zh-CN" altLang="en-US" sz="2700" kern="0" dirty="0">
                <a:solidFill>
                  <a:srgbClr val="FFFFFF"/>
                </a:solidFill>
                <a:latin typeface="微软雅黑" pitchFamily="34" charset="-122"/>
                <a:ea typeface="微软雅黑" pitchFamily="34" charset="-122"/>
              </a:rPr>
              <a:t>什么</a:t>
            </a:r>
            <a:r>
              <a:rPr lang="zh-CN" altLang="en-US" sz="2700" kern="0" dirty="0" smtClean="0">
                <a:solidFill>
                  <a:srgbClr val="FFFFFF"/>
                </a:solidFill>
                <a:latin typeface="微软雅黑" pitchFamily="34" charset="-122"/>
                <a:ea typeface="微软雅黑" pitchFamily="34" charset="-122"/>
              </a:rPr>
              <a:t>是审核？</a:t>
            </a:r>
            <a:endParaRPr lang="zh-CN" altLang="en-US" sz="2700" kern="0" dirty="0">
              <a:solidFill>
                <a:srgbClr val="FFFFFF"/>
              </a:solidFill>
              <a:latin typeface="微软雅黑" pitchFamily="34" charset="-122"/>
              <a:ea typeface="微软雅黑" pitchFamily="34" charset="-122"/>
            </a:endParaRPr>
          </a:p>
        </p:txBody>
      </p:sp>
      <p:sp>
        <p:nvSpPr>
          <p:cNvPr id="11" name="矩形 10"/>
          <p:cNvSpPr/>
          <p:nvPr/>
        </p:nvSpPr>
        <p:spPr bwMode="auto">
          <a:xfrm>
            <a:off x="0" y="0"/>
            <a:ext cx="2033588" cy="478793"/>
          </a:xfrm>
          <a:prstGeom prst="rect">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3163" tIns="0" rIns="103163" bIns="0" anchor="ctr"/>
          <a:lstStyle/>
          <a:p>
            <a:pPr algn="ctr">
              <a:lnSpc>
                <a:spcPct val="150000"/>
              </a:lnSpc>
              <a:defRPr/>
            </a:pPr>
            <a:endParaRPr lang="zh-CN" altLang="en-US" sz="1600" dirty="0">
              <a:solidFill>
                <a:schemeClr val="bg1">
                  <a:lumMod val="50000"/>
                </a:schemeClr>
              </a:solidFill>
              <a:latin typeface="幼圆" pitchFamily="49" charset="-122"/>
              <a:ea typeface="幼圆" pitchFamily="49" charset="-122"/>
            </a:endParaRPr>
          </a:p>
        </p:txBody>
      </p:sp>
      <p:sp>
        <p:nvSpPr>
          <p:cNvPr id="12" name="矩形 11"/>
          <p:cNvSpPr/>
          <p:nvPr/>
        </p:nvSpPr>
        <p:spPr bwMode="auto">
          <a:xfrm>
            <a:off x="4500562" y="5459483"/>
            <a:ext cx="4660901" cy="265042"/>
          </a:xfrm>
          <a:prstGeom prst="rect">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3163" tIns="0" rIns="103163" bIns="0" anchor="ctr"/>
          <a:lstStyle/>
          <a:p>
            <a:pPr algn="ctr">
              <a:lnSpc>
                <a:spcPct val="150000"/>
              </a:lnSpc>
              <a:defRPr/>
            </a:pPr>
            <a:endParaRPr lang="zh-CN" altLang="en-US" sz="1600" dirty="0">
              <a:solidFill>
                <a:schemeClr val="bg1">
                  <a:lumMod val="50000"/>
                </a:schemeClr>
              </a:solidFill>
              <a:latin typeface="幼圆" pitchFamily="49" charset="-122"/>
              <a:ea typeface="幼圆" pitchFamily="49" charset="-122"/>
            </a:endParaRPr>
          </a:p>
        </p:txBody>
      </p:sp>
      <p:sp>
        <p:nvSpPr>
          <p:cNvPr id="13" name="KSO_GI1"/>
          <p:cNvSpPr/>
          <p:nvPr/>
        </p:nvSpPr>
        <p:spPr bwMode="auto">
          <a:xfrm>
            <a:off x="5286380" y="861998"/>
            <a:ext cx="3714776" cy="457203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3163" tIns="0" rIns="103163" bIns="0"/>
          <a:lstStyle/>
          <a:p>
            <a:pPr algn="just">
              <a:lnSpc>
                <a:spcPct val="150000"/>
              </a:lnSpc>
              <a:buFont typeface="Wingdings" pitchFamily="2" charset="2"/>
              <a:buChar char="u"/>
              <a:defRPr/>
            </a:pPr>
            <a:r>
              <a:rPr lang="zh-CN" altLang="en-US" sz="1600" b="1" dirty="0" smtClean="0">
                <a:solidFill>
                  <a:srgbClr val="494949"/>
                </a:solidFill>
                <a:latin typeface="幼圆" pitchFamily="49" charset="-122"/>
                <a:ea typeface="幼圆" pitchFamily="49" charset="-122"/>
              </a:rPr>
              <a:t> </a:t>
            </a:r>
            <a:r>
              <a:rPr lang="zh-CN" altLang="en-US" sz="1600" b="1" dirty="0" smtClean="0">
                <a:solidFill>
                  <a:srgbClr val="494949"/>
                </a:solidFill>
                <a:latin typeface="宋体" pitchFamily="2" charset="-122"/>
                <a:ea typeface="宋体" pitchFamily="2" charset="-122"/>
              </a:rPr>
              <a:t>审核</a:t>
            </a:r>
            <a:r>
              <a:rPr lang="zh-CN" altLang="en-US" sz="1600" dirty="0" smtClean="0">
                <a:solidFill>
                  <a:srgbClr val="494949"/>
                </a:solidFill>
                <a:latin typeface="宋体" pitchFamily="2" charset="-122"/>
                <a:ea typeface="宋体" pitchFamily="2" charset="-122"/>
              </a:rPr>
              <a:t>：即</a:t>
            </a:r>
            <a:r>
              <a:rPr lang="zh-TW" altLang="en-US" sz="1600" dirty="0" smtClean="0">
                <a:solidFill>
                  <a:srgbClr val="494949"/>
                </a:solidFill>
                <a:latin typeface="宋体" pitchFamily="2" charset="-122"/>
                <a:ea typeface="宋体" pitchFamily="2" charset="-122"/>
              </a:rPr>
              <a:t>为获得审核证据并对其进行客观的评价，以确定满足审核准则的程度所进行的系统的、独立的并形成文件的过程</a:t>
            </a:r>
            <a:r>
              <a:rPr lang="zh-CN" altLang="en-US" sz="1600" dirty="0" smtClean="0">
                <a:solidFill>
                  <a:srgbClr val="494949"/>
                </a:solidFill>
                <a:latin typeface="宋体" pitchFamily="2" charset="-122"/>
                <a:ea typeface="宋体" pitchFamily="2" charset="-122"/>
              </a:rPr>
              <a:t> 。</a:t>
            </a:r>
            <a:endParaRPr lang="en-US" altLang="zh-CN" sz="1600" dirty="0" smtClean="0">
              <a:solidFill>
                <a:srgbClr val="494949"/>
              </a:solidFill>
              <a:latin typeface="宋体" pitchFamily="2" charset="-122"/>
              <a:ea typeface="宋体" pitchFamily="2" charset="-122"/>
            </a:endParaRPr>
          </a:p>
          <a:p>
            <a:pPr algn="just">
              <a:lnSpc>
                <a:spcPct val="150000"/>
              </a:lnSpc>
              <a:buFont typeface="Wingdings" pitchFamily="2" charset="2"/>
              <a:buChar char="u"/>
              <a:defRPr/>
            </a:pPr>
            <a:r>
              <a:rPr lang="zh-CN" altLang="en-US" sz="1600" b="1" dirty="0" smtClean="0">
                <a:solidFill>
                  <a:srgbClr val="494949"/>
                </a:solidFill>
                <a:latin typeface="宋体" pitchFamily="2" charset="-122"/>
                <a:ea typeface="宋体" pitchFamily="2" charset="-122"/>
              </a:rPr>
              <a:t> 质量管理体系审核：</a:t>
            </a:r>
            <a:r>
              <a:rPr lang="zh-CN" altLang="en-US" sz="1600" dirty="0" smtClean="0">
                <a:solidFill>
                  <a:srgbClr val="494949"/>
                </a:solidFill>
                <a:latin typeface="宋体" pitchFamily="2" charset="-122"/>
                <a:ea typeface="宋体" pitchFamily="2" charset="-122"/>
              </a:rPr>
              <a:t>为获得质量管理体系审核证据并对其进行客观评价，以确定满足质量管理体系准则的程度所进行的系统的、独立的并形成文件的过程。当两个或两个以上审核机构合作，共同审核同一个受审核方时，这种情况称为“联合审核”</a:t>
            </a:r>
            <a:r>
              <a:rPr lang="zh-CN" altLang="en-US" sz="1600" dirty="0" smtClean="0">
                <a:solidFill>
                  <a:srgbClr val="494949"/>
                </a:solidFill>
                <a:latin typeface="微软雅黑" pitchFamily="34" charset="-122"/>
                <a:ea typeface="微软雅黑" pitchFamily="34" charset="-122"/>
              </a:rPr>
              <a:t>。</a:t>
            </a:r>
          </a:p>
          <a:p>
            <a:pPr algn="just">
              <a:lnSpc>
                <a:spcPct val="150000"/>
              </a:lnSpc>
              <a:defRPr/>
            </a:pPr>
            <a:endParaRPr lang="zh-CN" altLang="en-US"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chemeClr val="tx1"/>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p:txBody>
      </p:sp>
    </p:spTree>
  </p:cSld>
  <p:clrMapOvr>
    <a:masterClrMapping/>
  </p:clrMapOvr>
  <p:transition advClick="0"/>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76180"/>
            <a:ext cx="3143272" cy="473501"/>
          </a:xfrm>
          <a:prstGeom prst="rect">
            <a:avLst/>
          </a:prstGeom>
          <a:noFill/>
        </p:spPr>
        <p:txBody>
          <a:bodyPr wrap="square" lIns="103163" tIns="51581" rIns="103163" bIns="51581" rtlCol="0">
            <a:spAutoFit/>
          </a:bodyPr>
          <a:lstStyle/>
          <a:p>
            <a:r>
              <a:rPr lang="en-US" altLang="zh-CN" sz="2400" b="1" dirty="0" smtClean="0">
                <a:solidFill>
                  <a:schemeClr val="bg1"/>
                </a:solidFill>
              </a:rPr>
              <a:t>1.1</a:t>
            </a:r>
            <a:r>
              <a:rPr lang="zh-CN" altLang="en-US" sz="2400" b="1" dirty="0" smtClean="0">
                <a:solidFill>
                  <a:schemeClr val="bg1"/>
                </a:solidFill>
              </a:rPr>
              <a:t>审核的内容和特点</a:t>
            </a:r>
            <a:endParaRPr lang="zh-CN" altLang="en-US" sz="2400" b="1" dirty="0">
              <a:solidFill>
                <a:schemeClr val="bg1"/>
              </a:solidFill>
            </a:endParaRPr>
          </a:p>
        </p:txBody>
      </p:sp>
      <p:sp>
        <p:nvSpPr>
          <p:cNvPr id="12" name="任意多边形 11"/>
          <p:cNvSpPr/>
          <p:nvPr/>
        </p:nvSpPr>
        <p:spPr>
          <a:xfrm>
            <a:off x="3629049" y="1585903"/>
            <a:ext cx="1223963" cy="1871663"/>
          </a:xfrm>
          <a:custGeom>
            <a:avLst/>
            <a:gdLst>
              <a:gd name="connsiteX0" fmla="*/ 612000 w 1224000"/>
              <a:gd name="connsiteY0" fmla="*/ 0 h 1872210"/>
              <a:gd name="connsiteX1" fmla="*/ 1224000 w 1224000"/>
              <a:gd name="connsiteY1" fmla="*/ 405622 h 1872210"/>
              <a:gd name="connsiteX2" fmla="*/ 1224000 w 1224000"/>
              <a:gd name="connsiteY2" fmla="*/ 1872210 h 1872210"/>
              <a:gd name="connsiteX3" fmla="*/ 0 w 1224000"/>
              <a:gd name="connsiteY3" fmla="*/ 1872210 h 1872210"/>
              <a:gd name="connsiteX4" fmla="*/ 0 w 1224000"/>
              <a:gd name="connsiteY4" fmla="*/ 405622 h 1872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000" h="1872210">
                <a:moveTo>
                  <a:pt x="612000" y="0"/>
                </a:moveTo>
                <a:lnTo>
                  <a:pt x="1224000" y="405622"/>
                </a:lnTo>
                <a:lnTo>
                  <a:pt x="1224000" y="1872210"/>
                </a:lnTo>
                <a:lnTo>
                  <a:pt x="0" y="1872210"/>
                </a:lnTo>
                <a:lnTo>
                  <a:pt x="0" y="405622"/>
                </a:lnTo>
                <a:close/>
              </a:path>
            </a:pathLst>
          </a:custGeom>
          <a:solidFill>
            <a:srgbClr val="0DDBB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288000" anchor="ctr"/>
          <a:lstStyle/>
          <a:p>
            <a:pPr algn="ctr">
              <a:lnSpc>
                <a:spcPct val="110000"/>
              </a:lnSpc>
              <a:defRPr/>
            </a:pPr>
            <a:r>
              <a:rPr lang="zh-CN" altLang="en-US" sz="2400" dirty="0" smtClean="0">
                <a:solidFill>
                  <a:schemeClr val="bg1"/>
                </a:solidFill>
                <a:latin typeface="幼圆" pitchFamily="49" charset="-122"/>
                <a:ea typeface="幼圆" pitchFamily="49" charset="-122"/>
              </a:rPr>
              <a:t>审核内容</a:t>
            </a:r>
            <a:endParaRPr lang="zh-CN" altLang="en-US" sz="2400" dirty="0">
              <a:solidFill>
                <a:schemeClr val="bg1"/>
              </a:solidFill>
              <a:latin typeface="幼圆" pitchFamily="49" charset="-122"/>
              <a:ea typeface="幼圆" pitchFamily="49" charset="-122"/>
            </a:endParaRPr>
          </a:p>
        </p:txBody>
      </p:sp>
      <p:sp>
        <p:nvSpPr>
          <p:cNvPr id="13" name="任意多边形 12"/>
          <p:cNvSpPr/>
          <p:nvPr/>
        </p:nvSpPr>
        <p:spPr>
          <a:xfrm>
            <a:off x="4038624" y="2994016"/>
            <a:ext cx="1223963" cy="1871662"/>
          </a:xfrm>
          <a:custGeom>
            <a:avLst/>
            <a:gdLst>
              <a:gd name="connsiteX0" fmla="*/ 0 w 1224000"/>
              <a:gd name="connsiteY0" fmla="*/ 0 h 1872209"/>
              <a:gd name="connsiteX1" fmla="*/ 1224000 w 1224000"/>
              <a:gd name="connsiteY1" fmla="*/ 0 h 1872209"/>
              <a:gd name="connsiteX2" fmla="*/ 1224000 w 1224000"/>
              <a:gd name="connsiteY2" fmla="*/ 1466588 h 1872209"/>
              <a:gd name="connsiteX3" fmla="*/ 612000 w 1224000"/>
              <a:gd name="connsiteY3" fmla="*/ 1872209 h 1872209"/>
              <a:gd name="connsiteX4" fmla="*/ 0 w 1224000"/>
              <a:gd name="connsiteY4" fmla="*/ 1466588 h 18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000" h="1872209">
                <a:moveTo>
                  <a:pt x="0" y="0"/>
                </a:moveTo>
                <a:lnTo>
                  <a:pt x="1224000" y="0"/>
                </a:lnTo>
                <a:lnTo>
                  <a:pt x="1224000" y="1466588"/>
                </a:lnTo>
                <a:lnTo>
                  <a:pt x="612000" y="1872209"/>
                </a:lnTo>
                <a:lnTo>
                  <a:pt x="0" y="1466588"/>
                </a:lnTo>
                <a:close/>
              </a:path>
            </a:pathLst>
          </a:custGeom>
          <a:solidFill>
            <a:srgbClr val="0AAA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180000" anchor="ctr"/>
          <a:lstStyle/>
          <a:p>
            <a:pPr algn="ctr">
              <a:lnSpc>
                <a:spcPct val="110000"/>
              </a:lnSpc>
              <a:defRPr/>
            </a:pPr>
            <a:r>
              <a:rPr lang="zh-CN" altLang="en-US" sz="2400" dirty="0" smtClean="0">
                <a:solidFill>
                  <a:schemeClr val="bg1"/>
                </a:solidFill>
                <a:latin typeface="幼圆" pitchFamily="49" charset="-122"/>
                <a:ea typeface="幼圆" pitchFamily="49" charset="-122"/>
              </a:rPr>
              <a:t>审核特点</a:t>
            </a:r>
            <a:endParaRPr lang="zh-CN" altLang="en-US" sz="1600" dirty="0">
              <a:solidFill>
                <a:schemeClr val="bg1"/>
              </a:solidFill>
              <a:latin typeface="微软雅黑" pitchFamily="34" charset="-122"/>
              <a:ea typeface="微软雅黑" pitchFamily="34" charset="-122"/>
            </a:endParaRPr>
          </a:p>
        </p:txBody>
      </p:sp>
      <p:sp>
        <p:nvSpPr>
          <p:cNvPr id="14" name="直角三角形 13"/>
          <p:cNvSpPr/>
          <p:nvPr/>
        </p:nvSpPr>
        <p:spPr>
          <a:xfrm flipH="1">
            <a:off x="3629049" y="2994016"/>
            <a:ext cx="409575" cy="463550"/>
          </a:xfrm>
          <a:prstGeom prst="rtTriangle">
            <a:avLst/>
          </a:prstGeom>
          <a:solidFill>
            <a:srgbClr val="0553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itchFamily="34" charset="-122"/>
              <a:ea typeface="微软雅黑" pitchFamily="34" charset="-122"/>
            </a:endParaRPr>
          </a:p>
        </p:txBody>
      </p:sp>
      <p:sp>
        <p:nvSpPr>
          <p:cNvPr id="15" name="文本框 20"/>
          <p:cNvSpPr txBox="1">
            <a:spLocks noChangeArrowheads="1"/>
          </p:cNvSpPr>
          <p:nvPr/>
        </p:nvSpPr>
        <p:spPr bwMode="auto">
          <a:xfrm>
            <a:off x="857224" y="1219188"/>
            <a:ext cx="2503455" cy="2946400"/>
          </a:xfrm>
          <a:prstGeom prst="rect">
            <a:avLst/>
          </a:prstGeom>
          <a:noFill/>
          <a:ln w="9525">
            <a:noFill/>
            <a:miter lim="800000"/>
          </a:ln>
        </p:spPr>
        <p:txBody>
          <a:bodyPr lIns="90000" tIns="90000" rIns="90000" bIns="90000"/>
          <a:lstStyle/>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过程是否被识别并适当规定；</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职责是否已经被分配；</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程序是否得到实施和保持；</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在实施所要求的结果方面，过程是否有效</a:t>
            </a:r>
            <a:r>
              <a:rPr lang="zh-CN" altLang="en-US" sz="1600" dirty="0" smtClean="0"/>
              <a:t>。</a:t>
            </a:r>
            <a:endParaRPr lang="zh-CN" altLang="en-US" sz="1600" dirty="0"/>
          </a:p>
        </p:txBody>
      </p:sp>
      <p:sp>
        <p:nvSpPr>
          <p:cNvPr id="16" name="文本框 21"/>
          <p:cNvSpPr txBox="1">
            <a:spLocks noChangeArrowheads="1"/>
          </p:cNvSpPr>
          <p:nvPr/>
        </p:nvSpPr>
        <p:spPr bwMode="auto">
          <a:xfrm>
            <a:off x="5572132" y="2132029"/>
            <a:ext cx="2643206" cy="3087687"/>
          </a:xfrm>
          <a:prstGeom prst="rect">
            <a:avLst/>
          </a:prstGeom>
          <a:noFill/>
          <a:ln w="9525">
            <a:noFill/>
            <a:miter lim="800000"/>
          </a:ln>
        </p:spPr>
        <p:txBody>
          <a:bodyPr lIns="90000" tIns="90000" rIns="90000" bIns="90000" anchor="b"/>
          <a:lstStyle/>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审核的特点：</a:t>
            </a:r>
            <a:endParaRPr lang="en-US" altLang="zh-CN" sz="1600" dirty="0" smtClean="0">
              <a:solidFill>
                <a:srgbClr val="5F5F5F"/>
              </a:solidFill>
              <a:latin typeface="幼圆" pitchFamily="49" charset="-122"/>
              <a:ea typeface="幼圆" pitchFamily="49" charset="-122"/>
            </a:endParaRP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被审核的质量管理体系必须是正规的。</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是一种正式有序的活动（系统性）</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是一种独立的活动（独立性）</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是形成文件的过程</a:t>
            </a:r>
          </a:p>
          <a:p>
            <a:pPr indent="266700">
              <a:lnSpc>
                <a:spcPct val="150000"/>
              </a:lnSpc>
              <a:buFont typeface="Wingdings" pitchFamily="2" charset="2"/>
              <a:buChar char="Ø"/>
            </a:pPr>
            <a:r>
              <a:rPr lang="zh-CN" altLang="en-US" sz="1600" dirty="0" smtClean="0">
                <a:solidFill>
                  <a:srgbClr val="5F5F5F"/>
                </a:solidFill>
                <a:latin typeface="幼圆" pitchFamily="49" charset="-122"/>
                <a:ea typeface="幼圆" pitchFamily="49" charset="-122"/>
              </a:rPr>
              <a:t>是一种抽样过程</a:t>
            </a:r>
            <a:endParaRPr lang="zh-CN" altLang="en-US" sz="1600" dirty="0">
              <a:solidFill>
                <a:srgbClr val="5F5F5F"/>
              </a:solidFill>
              <a:latin typeface="幼圆" pitchFamily="49" charset="-122"/>
              <a:ea typeface="幼圆" pitchFamily="49" charset="-122"/>
            </a:endParaRPr>
          </a:p>
        </p:txBody>
      </p:sp>
      <p:cxnSp>
        <p:nvCxnSpPr>
          <p:cNvPr id="17" name="直接连接符 16"/>
          <p:cNvCxnSpPr/>
          <p:nvPr/>
        </p:nvCxnSpPr>
        <p:spPr>
          <a:xfrm rot="10800000">
            <a:off x="5637238" y="5219716"/>
            <a:ext cx="2506662" cy="1588"/>
          </a:xfrm>
          <a:prstGeom prst="line">
            <a:avLst/>
          </a:prstGeom>
          <a:ln w="44450">
            <a:solidFill>
              <a:srgbClr val="0AAA8C">
                <a:alpha val="99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944587" y="1219188"/>
            <a:ext cx="2398712" cy="0"/>
          </a:xfrm>
          <a:prstGeom prst="line">
            <a:avLst/>
          </a:prstGeom>
          <a:ln w="44450">
            <a:solidFill>
              <a:srgbClr val="0DDBB4"/>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Click="0"/>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158996"/>
            <a:ext cx="3071834" cy="473501"/>
          </a:xfrm>
          <a:prstGeom prst="rect">
            <a:avLst/>
          </a:prstGeom>
          <a:noFill/>
        </p:spPr>
        <p:txBody>
          <a:bodyPr wrap="square" lIns="103163" tIns="51581" rIns="103163" bIns="51581" rtlCol="0">
            <a:spAutoFit/>
          </a:bodyPr>
          <a:lstStyle/>
          <a:p>
            <a:r>
              <a:rPr lang="en-US" altLang="zh-CN" sz="2400" b="1" dirty="0" smtClean="0">
                <a:solidFill>
                  <a:schemeClr val="bg1"/>
                </a:solidFill>
              </a:rPr>
              <a:t>1.2</a:t>
            </a:r>
            <a:r>
              <a:rPr lang="zh-CN" altLang="en-US" sz="2400" b="1" dirty="0" smtClean="0">
                <a:solidFill>
                  <a:schemeClr val="bg1"/>
                </a:solidFill>
              </a:rPr>
              <a:t>审核的分类</a:t>
            </a:r>
            <a:endParaRPr lang="zh-CN" altLang="en-US" sz="2400" b="1" dirty="0">
              <a:solidFill>
                <a:schemeClr val="bg1"/>
              </a:solidFill>
            </a:endParaRPr>
          </a:p>
        </p:txBody>
      </p:sp>
      <p:sp>
        <p:nvSpPr>
          <p:cNvPr id="6" name="KSO_GT1.1"/>
          <p:cNvSpPr txBox="1"/>
          <p:nvPr/>
        </p:nvSpPr>
        <p:spPr>
          <a:xfrm>
            <a:off x="214282" y="3005138"/>
            <a:ext cx="4143404" cy="2290759"/>
          </a:xfrm>
          <a:prstGeom prst="rect">
            <a:avLst/>
          </a:prstGeom>
          <a:noFill/>
        </p:spPr>
        <p:txBody>
          <a:bodyPr wrap="square" rtlCol="0" anchor="ctr" anchorCtr="0">
            <a:noAutofit/>
          </a:bodyPr>
          <a:lstStyle/>
          <a:p>
            <a:pPr>
              <a:lnSpc>
                <a:spcPct val="130000"/>
              </a:lnSpc>
              <a:defRPr/>
            </a:pPr>
            <a:r>
              <a:rPr lang="zh-CN" altLang="en-US" sz="1400" b="1" dirty="0" smtClean="0"/>
              <a:t>即第一方审核：</a:t>
            </a:r>
            <a:endParaRPr lang="en-US" altLang="zh-CN" sz="1400" b="1" dirty="0" smtClean="0"/>
          </a:p>
          <a:p>
            <a:pPr>
              <a:lnSpc>
                <a:spcPct val="150000"/>
              </a:lnSpc>
              <a:defRPr/>
            </a:pPr>
            <a:r>
              <a:rPr lang="en-US" altLang="zh-CN" sz="1200" b="1" dirty="0" smtClean="0"/>
              <a:t>     </a:t>
            </a:r>
            <a:r>
              <a:rPr lang="zh-CN" altLang="en-US" sz="1200" dirty="0" smtClean="0"/>
              <a:t>由组织自己或以组织的名义进行。</a:t>
            </a:r>
            <a:endParaRPr lang="en-US" altLang="zh-CN" sz="1200" dirty="0" smtClean="0"/>
          </a:p>
          <a:p>
            <a:pPr>
              <a:lnSpc>
                <a:spcPct val="150000"/>
              </a:lnSpc>
              <a:buFontTx/>
              <a:buNone/>
            </a:pPr>
            <a:r>
              <a:rPr lang="zh-CN" altLang="en-US" sz="1200" b="1" dirty="0" smtClean="0"/>
              <a:t>目的</a:t>
            </a:r>
            <a:r>
              <a:rPr lang="zh-CN" altLang="en-US" sz="1200" dirty="0" smtClean="0"/>
              <a:t>：</a:t>
            </a:r>
            <a:r>
              <a:rPr lang="en-US" altLang="zh-CN" sz="1200" dirty="0" smtClean="0"/>
              <a:t>1</a:t>
            </a:r>
            <a:r>
              <a:rPr lang="zh-CN" altLang="en-US" sz="1200" dirty="0" smtClean="0"/>
              <a:t>、依据质量管理体系标准来评价组织自身的质量管理体系是否满足规定的要求。</a:t>
            </a:r>
            <a:endParaRPr lang="en-US" altLang="zh-CN" sz="1200" dirty="0" smtClean="0"/>
          </a:p>
          <a:p>
            <a:pPr>
              <a:lnSpc>
                <a:spcPct val="150000"/>
              </a:lnSpc>
              <a:buFontTx/>
              <a:buNone/>
            </a:pPr>
            <a:r>
              <a:rPr lang="en-US" altLang="zh-CN" sz="1200" dirty="0" smtClean="0"/>
              <a:t>2</a:t>
            </a:r>
            <a:r>
              <a:rPr lang="zh-CN" altLang="en-US" sz="1200" dirty="0" smtClean="0"/>
              <a:t>、验证组织自身的质量管理体系是否持续满足规定的要求并正在运行；</a:t>
            </a:r>
            <a:endParaRPr lang="en-US" altLang="zh-CN" sz="1200" dirty="0" smtClean="0"/>
          </a:p>
          <a:p>
            <a:pPr>
              <a:lnSpc>
                <a:spcPct val="150000"/>
              </a:lnSpc>
              <a:buFontTx/>
              <a:buNone/>
            </a:pPr>
            <a:r>
              <a:rPr lang="en-US" altLang="zh-CN" sz="1200" dirty="0" smtClean="0"/>
              <a:t>3</a:t>
            </a:r>
            <a:r>
              <a:rPr lang="zh-CN" altLang="en-US" sz="1200" dirty="0" smtClean="0"/>
              <a:t>、作为重要的管理手段和自我改进的机制，及时发现问题，进行纠正或预防，使体系不断改进、不断完善；</a:t>
            </a:r>
            <a:endParaRPr lang="en-US" altLang="zh-CN" sz="1200" dirty="0" smtClean="0"/>
          </a:p>
          <a:p>
            <a:pPr>
              <a:lnSpc>
                <a:spcPct val="150000"/>
              </a:lnSpc>
              <a:buFontTx/>
              <a:buNone/>
            </a:pPr>
            <a:r>
              <a:rPr lang="en-US" altLang="zh-CN" sz="1200" dirty="0" smtClean="0"/>
              <a:t>4</a:t>
            </a:r>
            <a:r>
              <a:rPr lang="zh-CN" altLang="en-US" sz="1200" dirty="0" smtClean="0"/>
              <a:t>、在第二、三方审核前作好准备</a:t>
            </a:r>
            <a:endParaRPr lang="zh-CN" altLang="en-US" sz="1200" dirty="0">
              <a:solidFill>
                <a:srgbClr val="454545"/>
              </a:solidFill>
              <a:latin typeface="幼圆" pitchFamily="49" charset="-122"/>
              <a:ea typeface="幼圆" pitchFamily="49" charset="-122"/>
            </a:endParaRPr>
          </a:p>
        </p:txBody>
      </p:sp>
      <p:sp>
        <p:nvSpPr>
          <p:cNvPr id="7" name="椭圆 6"/>
          <p:cNvSpPr/>
          <p:nvPr/>
        </p:nvSpPr>
        <p:spPr>
          <a:xfrm>
            <a:off x="2875026" y="1068623"/>
            <a:ext cx="1411222" cy="1399674"/>
          </a:xfrm>
          <a:prstGeom prst="ellipse">
            <a:avLst/>
          </a:prstGeom>
          <a:noFill/>
          <a:ln w="12700" cap="flat" cmpd="sng" algn="ctr">
            <a:solidFill>
              <a:srgbClr val="ED7D31">
                <a:lumMod val="60000"/>
                <a:lumOff val="40000"/>
              </a:srgbClr>
            </a:solidFill>
            <a:prstDash val="solid"/>
            <a:miter lim="800000"/>
          </a:ln>
          <a:effectLst/>
        </p:spPr>
        <p:txBody>
          <a:bodyPr lIns="0" tIns="0" rIns="0" bIns="0" rtlCol="0" anchor="ctr"/>
          <a:lstStyle/>
          <a:p>
            <a:pPr algn="ctr">
              <a:defRPr/>
            </a:pPr>
            <a:r>
              <a:rPr lang="zh-CN" altLang="en-US" sz="2800" kern="0" dirty="0" smtClean="0">
                <a:solidFill>
                  <a:srgbClr val="ED7D31">
                    <a:lumMod val="75000"/>
                  </a:srgbClr>
                </a:solidFill>
                <a:latin typeface="微软雅黑" pitchFamily="34" charset="-122"/>
                <a:ea typeface="微软雅黑" pitchFamily="34" charset="-122"/>
              </a:rPr>
              <a:t>内部审核</a:t>
            </a:r>
            <a:endParaRPr lang="zh-CN" altLang="en-US" sz="2800" kern="0" dirty="0">
              <a:solidFill>
                <a:srgbClr val="ED7D31">
                  <a:lumMod val="75000"/>
                </a:srgbClr>
              </a:solidFill>
              <a:latin typeface="微软雅黑" pitchFamily="34" charset="-122"/>
              <a:ea typeface="微软雅黑" pitchFamily="34" charset="-122"/>
            </a:endParaRPr>
          </a:p>
        </p:txBody>
      </p:sp>
      <p:sp>
        <p:nvSpPr>
          <p:cNvPr id="8" name="椭圆 1"/>
          <p:cNvSpPr/>
          <p:nvPr/>
        </p:nvSpPr>
        <p:spPr>
          <a:xfrm>
            <a:off x="2586800" y="753785"/>
            <a:ext cx="3842588" cy="2013419"/>
          </a:xfrm>
          <a:custGeom>
            <a:avLst/>
            <a:gdLst/>
            <a:ahLst/>
            <a:cxnLst/>
            <a:rect l="l" t="t" r="r" b="b"/>
            <a:pathLst>
              <a:path w="5293867" h="2796737">
                <a:moveTo>
                  <a:pt x="3889711" y="2796737"/>
                </a:moveTo>
                <a:cubicBezTo>
                  <a:pt x="4665205" y="2796737"/>
                  <a:pt x="5293867" y="2168075"/>
                  <a:pt x="5293867" y="1392581"/>
                </a:cubicBezTo>
                <a:lnTo>
                  <a:pt x="4969831" y="1392581"/>
                </a:lnTo>
                <a:cubicBezTo>
                  <a:pt x="4969831" y="1989115"/>
                  <a:pt x="4486245" y="2472701"/>
                  <a:pt x="3889711" y="2472701"/>
                </a:cubicBezTo>
                <a:cubicBezTo>
                  <a:pt x="3293177" y="2472701"/>
                  <a:pt x="2809591" y="1989115"/>
                  <a:pt x="2809591" y="1392581"/>
                </a:cubicBezTo>
                <a:lnTo>
                  <a:pt x="2807728" y="1392581"/>
                </a:lnTo>
                <a:cubicBezTo>
                  <a:pt x="2802045" y="622414"/>
                  <a:pt x="2175787" y="0"/>
                  <a:pt x="1404156" y="0"/>
                </a:cubicBezTo>
                <a:cubicBezTo>
                  <a:pt x="628662" y="0"/>
                  <a:pt x="0" y="628662"/>
                  <a:pt x="0" y="1404156"/>
                </a:cubicBezTo>
                <a:lnTo>
                  <a:pt x="324036" y="1404156"/>
                </a:lnTo>
                <a:cubicBezTo>
                  <a:pt x="324036" y="807622"/>
                  <a:pt x="807622" y="324036"/>
                  <a:pt x="1404156" y="324036"/>
                </a:cubicBezTo>
                <a:cubicBezTo>
                  <a:pt x="2000690" y="324036"/>
                  <a:pt x="2484276" y="807622"/>
                  <a:pt x="2484276" y="1404156"/>
                </a:cubicBezTo>
                <a:lnTo>
                  <a:pt x="2486140" y="1404156"/>
                </a:lnTo>
                <a:cubicBezTo>
                  <a:pt x="2491823" y="2174323"/>
                  <a:pt x="3118081" y="2796737"/>
                  <a:pt x="3889711" y="2796737"/>
                </a:cubicBezTo>
                <a:close/>
              </a:path>
            </a:pathLst>
          </a:custGeom>
          <a:gradFill>
            <a:gsLst>
              <a:gs pos="15000">
                <a:srgbClr val="00B0F0"/>
              </a:gs>
              <a:gs pos="3750">
                <a:srgbClr val="0070C0"/>
              </a:gs>
              <a:gs pos="100000">
                <a:srgbClr val="0070C0"/>
              </a:gs>
              <a:gs pos="90000">
                <a:srgbClr val="9FD3E1"/>
              </a:gs>
            </a:gsLst>
            <a:lin ang="0" scaled="1"/>
          </a:gradFill>
          <a:ln w="6350" cap="flat" cmpd="sng" algn="ctr">
            <a:noFill/>
            <a:prstDash val="solid"/>
            <a:miter lim="800000"/>
          </a:ln>
          <a:effectLst/>
          <a:scene3d>
            <a:camera prst="orthographicFront">
              <a:rot lat="0" lon="0" rev="0"/>
            </a:camera>
            <a:lightRig rig="contrasting" dir="t">
              <a:rot lat="0" lon="0" rev="1500000"/>
            </a:lightRig>
          </a:scene3d>
          <a:sp3d prstMaterial="metal"/>
        </p:spPr>
        <p:txBody>
          <a:bodyPr rtlCol="0" anchor="ctr"/>
          <a:lstStyle/>
          <a:p>
            <a:pPr algn="ctr">
              <a:defRPr/>
            </a:pPr>
            <a:endParaRPr lang="zh-CN" altLang="en-US" sz="1350" kern="0">
              <a:solidFill>
                <a:prstClr val="black"/>
              </a:solidFill>
            </a:endParaRPr>
          </a:p>
        </p:txBody>
      </p:sp>
      <p:sp>
        <p:nvSpPr>
          <p:cNvPr id="9" name="椭圆 8"/>
          <p:cNvSpPr/>
          <p:nvPr/>
        </p:nvSpPr>
        <p:spPr>
          <a:xfrm>
            <a:off x="4714876" y="1068623"/>
            <a:ext cx="1411222" cy="1399674"/>
          </a:xfrm>
          <a:prstGeom prst="ellipse">
            <a:avLst/>
          </a:prstGeom>
          <a:noFill/>
          <a:ln w="12700" cap="flat" cmpd="sng" algn="ctr">
            <a:solidFill>
              <a:srgbClr val="ED7D31">
                <a:lumMod val="60000"/>
                <a:lumOff val="40000"/>
              </a:srgbClr>
            </a:solidFill>
            <a:prstDash val="solid"/>
            <a:miter lim="800000"/>
          </a:ln>
          <a:effectLst/>
        </p:spPr>
        <p:txBody>
          <a:bodyPr lIns="0" tIns="0" rIns="0" bIns="0" rtlCol="0" anchor="ctr"/>
          <a:lstStyle/>
          <a:p>
            <a:pPr algn="ctr">
              <a:defRPr/>
            </a:pPr>
            <a:r>
              <a:rPr lang="zh-CN" altLang="en-US" sz="2800" kern="0" dirty="0" smtClean="0">
                <a:solidFill>
                  <a:srgbClr val="5B9BD5">
                    <a:lumMod val="75000"/>
                  </a:srgbClr>
                </a:solidFill>
                <a:latin typeface="微软雅黑" pitchFamily="34" charset="-122"/>
                <a:ea typeface="微软雅黑" pitchFamily="34" charset="-122"/>
              </a:rPr>
              <a:t>外部审核</a:t>
            </a:r>
            <a:endParaRPr lang="zh-CN" altLang="en-US" sz="2800" kern="0" dirty="0">
              <a:solidFill>
                <a:srgbClr val="5B9BD5">
                  <a:lumMod val="75000"/>
                </a:srgbClr>
              </a:solidFill>
              <a:latin typeface="微软雅黑" pitchFamily="34" charset="-122"/>
              <a:ea typeface="微软雅黑" pitchFamily="34" charset="-122"/>
            </a:endParaRPr>
          </a:p>
        </p:txBody>
      </p:sp>
      <p:sp>
        <p:nvSpPr>
          <p:cNvPr id="10" name="椭圆 1"/>
          <p:cNvSpPr/>
          <p:nvPr/>
        </p:nvSpPr>
        <p:spPr>
          <a:xfrm flipV="1">
            <a:off x="2586800" y="777405"/>
            <a:ext cx="3842588" cy="2013419"/>
          </a:xfrm>
          <a:custGeom>
            <a:avLst/>
            <a:gdLst/>
            <a:ahLst/>
            <a:cxnLst/>
            <a:rect l="l" t="t" r="r" b="b"/>
            <a:pathLst>
              <a:path w="5293867" h="2796737">
                <a:moveTo>
                  <a:pt x="3889711" y="2796737"/>
                </a:moveTo>
                <a:cubicBezTo>
                  <a:pt x="4665205" y="2796737"/>
                  <a:pt x="5293867" y="2168075"/>
                  <a:pt x="5293867" y="1392581"/>
                </a:cubicBezTo>
                <a:lnTo>
                  <a:pt x="4969831" y="1392581"/>
                </a:lnTo>
                <a:cubicBezTo>
                  <a:pt x="4969831" y="1989115"/>
                  <a:pt x="4486245" y="2472701"/>
                  <a:pt x="3889711" y="2472701"/>
                </a:cubicBezTo>
                <a:cubicBezTo>
                  <a:pt x="3293177" y="2472701"/>
                  <a:pt x="2809591" y="1989115"/>
                  <a:pt x="2809591" y="1392581"/>
                </a:cubicBezTo>
                <a:lnTo>
                  <a:pt x="2807728" y="1392581"/>
                </a:lnTo>
                <a:cubicBezTo>
                  <a:pt x="2802045" y="622414"/>
                  <a:pt x="2175787" y="0"/>
                  <a:pt x="1404156" y="0"/>
                </a:cubicBezTo>
                <a:cubicBezTo>
                  <a:pt x="628662" y="0"/>
                  <a:pt x="0" y="628662"/>
                  <a:pt x="0" y="1404156"/>
                </a:cubicBezTo>
                <a:lnTo>
                  <a:pt x="324036" y="1404156"/>
                </a:lnTo>
                <a:cubicBezTo>
                  <a:pt x="324036" y="807622"/>
                  <a:pt x="807622" y="324036"/>
                  <a:pt x="1404156" y="324036"/>
                </a:cubicBezTo>
                <a:cubicBezTo>
                  <a:pt x="2000690" y="324036"/>
                  <a:pt x="2484276" y="807622"/>
                  <a:pt x="2484276" y="1404156"/>
                </a:cubicBezTo>
                <a:lnTo>
                  <a:pt x="2486140" y="1404156"/>
                </a:lnTo>
                <a:cubicBezTo>
                  <a:pt x="2491823" y="2174323"/>
                  <a:pt x="3118081" y="2796737"/>
                  <a:pt x="3889711" y="2796737"/>
                </a:cubicBezTo>
                <a:close/>
              </a:path>
            </a:pathLst>
          </a:custGeom>
          <a:gradFill>
            <a:gsLst>
              <a:gs pos="15000">
                <a:srgbClr val="FFFF00"/>
              </a:gs>
              <a:gs pos="100000">
                <a:srgbClr val="F68207"/>
              </a:gs>
              <a:gs pos="0">
                <a:srgbClr val="F68207"/>
              </a:gs>
              <a:gs pos="86000">
                <a:srgbClr val="F6AA12"/>
              </a:gs>
            </a:gsLst>
            <a:lin ang="0" scaled="1"/>
          </a:gradFill>
          <a:ln w="6350" cap="flat" cmpd="sng" algn="ctr">
            <a:noFill/>
            <a:prstDash val="solid"/>
            <a:miter lim="800000"/>
          </a:ln>
          <a:effectLst/>
          <a:scene3d>
            <a:camera prst="orthographicFront">
              <a:rot lat="0" lon="0" rev="0"/>
            </a:camera>
            <a:lightRig rig="contrasting" dir="t">
              <a:rot lat="0" lon="0" rev="1500000"/>
            </a:lightRig>
          </a:scene3d>
          <a:sp3d prstMaterial="metal"/>
        </p:spPr>
        <p:txBody>
          <a:bodyPr rtlCol="0" anchor="ctr"/>
          <a:lstStyle/>
          <a:p>
            <a:pPr algn="ctr">
              <a:defRPr/>
            </a:pPr>
            <a:endParaRPr lang="zh-CN" altLang="en-US" sz="1350" kern="0">
              <a:solidFill>
                <a:prstClr val="black"/>
              </a:solidFill>
            </a:endParaRPr>
          </a:p>
        </p:txBody>
      </p:sp>
      <p:sp>
        <p:nvSpPr>
          <p:cNvPr id="11" name="KSO_GT2.1"/>
          <p:cNvSpPr txBox="1"/>
          <p:nvPr/>
        </p:nvSpPr>
        <p:spPr>
          <a:xfrm>
            <a:off x="4643438" y="2862262"/>
            <a:ext cx="4357718" cy="2790825"/>
          </a:xfrm>
          <a:prstGeom prst="rect">
            <a:avLst/>
          </a:prstGeom>
          <a:noFill/>
        </p:spPr>
        <p:txBody>
          <a:bodyPr wrap="square" rtlCol="0" anchor="ctr" anchorCtr="0">
            <a:noAutofit/>
          </a:bodyPr>
          <a:lstStyle/>
          <a:p>
            <a:pPr>
              <a:buFontTx/>
              <a:buNone/>
            </a:pPr>
            <a:r>
              <a:rPr lang="zh-CN" altLang="en-US" sz="1400" b="1" dirty="0" smtClean="0"/>
              <a:t>包含：第二方审核</a:t>
            </a:r>
          </a:p>
          <a:p>
            <a:pPr>
              <a:lnSpc>
                <a:spcPct val="150000"/>
              </a:lnSpc>
              <a:buFontTx/>
              <a:buNone/>
            </a:pPr>
            <a:r>
              <a:rPr lang="zh-CN" altLang="en-US" sz="1200" b="1" dirty="0" smtClean="0"/>
              <a:t>       </a:t>
            </a:r>
            <a:r>
              <a:rPr lang="zh-CN" altLang="en-US" sz="1200" dirty="0" smtClean="0"/>
              <a:t>由组织的相关方或由其他人员以相关方的名义进行。</a:t>
            </a:r>
            <a:endParaRPr lang="en-US" altLang="zh-CN" sz="1200" dirty="0" smtClean="0"/>
          </a:p>
          <a:p>
            <a:pPr>
              <a:lnSpc>
                <a:spcPct val="150000"/>
              </a:lnSpc>
              <a:buFontTx/>
              <a:buNone/>
            </a:pPr>
            <a:r>
              <a:rPr lang="zh-CN" altLang="en-US" sz="1200" b="1" dirty="0" smtClean="0"/>
              <a:t>目的：</a:t>
            </a:r>
            <a:r>
              <a:rPr lang="en-US" altLang="zh-CN" sz="1200" dirty="0" smtClean="0"/>
              <a:t>1</a:t>
            </a:r>
            <a:r>
              <a:rPr lang="zh-CN" altLang="en-US" sz="1200" dirty="0" smtClean="0"/>
              <a:t>、当有建立合同关系的意向时，对供方进行初步评价。</a:t>
            </a:r>
            <a:endParaRPr lang="en-US" altLang="zh-CN" sz="1200" dirty="0" smtClean="0"/>
          </a:p>
          <a:p>
            <a:pPr>
              <a:lnSpc>
                <a:spcPct val="150000"/>
              </a:lnSpc>
              <a:buFontTx/>
              <a:buNone/>
            </a:pPr>
            <a:r>
              <a:rPr lang="en-US" altLang="zh-CN" sz="1200" dirty="0" smtClean="0"/>
              <a:t>2</a:t>
            </a:r>
            <a:r>
              <a:rPr lang="zh-CN" altLang="en-US" sz="1200" dirty="0" smtClean="0"/>
              <a:t>、作为制定或调整合格供方的依据之一。</a:t>
            </a:r>
          </a:p>
          <a:p>
            <a:pPr>
              <a:buFontTx/>
              <a:buNone/>
            </a:pPr>
            <a:r>
              <a:rPr lang="zh-CN" altLang="en-US" sz="1400" b="1" dirty="0" smtClean="0"/>
              <a:t> 第三方审核</a:t>
            </a:r>
          </a:p>
          <a:p>
            <a:pPr>
              <a:lnSpc>
                <a:spcPct val="150000"/>
              </a:lnSpc>
              <a:buFontTx/>
              <a:buNone/>
            </a:pPr>
            <a:r>
              <a:rPr lang="zh-CN" altLang="en-US" sz="1400" dirty="0" smtClean="0"/>
              <a:t>       </a:t>
            </a:r>
            <a:r>
              <a:rPr lang="zh-CN" altLang="en-US" sz="1200" dirty="0" smtClean="0"/>
              <a:t>由外部独立的组织进行，这类组织提供符合要求的认证或注册。</a:t>
            </a:r>
            <a:endParaRPr lang="en-US" altLang="zh-CN" sz="1200" dirty="0" smtClean="0"/>
          </a:p>
          <a:p>
            <a:pPr>
              <a:lnSpc>
                <a:spcPct val="150000"/>
              </a:lnSpc>
              <a:buFontTx/>
              <a:buNone/>
            </a:pPr>
            <a:r>
              <a:rPr lang="zh-CN" altLang="en-US" sz="1200" b="1" dirty="0" smtClean="0"/>
              <a:t>目的：</a:t>
            </a:r>
            <a:r>
              <a:rPr lang="en-US" altLang="zh-CN" sz="1200" dirty="0" smtClean="0"/>
              <a:t>1</a:t>
            </a:r>
            <a:r>
              <a:rPr lang="zh-CN" altLang="en-US" sz="1200" dirty="0" smtClean="0"/>
              <a:t>、决定受审核方质量管理体系是否可以注册</a:t>
            </a:r>
            <a:r>
              <a:rPr lang="en-US" altLang="zh-CN" sz="1200" dirty="0" smtClean="0"/>
              <a:t>/</a:t>
            </a:r>
            <a:r>
              <a:rPr lang="zh-CN" altLang="en-US" sz="1200" dirty="0" smtClean="0"/>
              <a:t>认证。</a:t>
            </a:r>
            <a:endParaRPr lang="en-US" altLang="zh-CN" sz="1200" dirty="0" smtClean="0"/>
          </a:p>
          <a:p>
            <a:pPr marL="342900" indent="-342900">
              <a:lnSpc>
                <a:spcPct val="150000"/>
              </a:lnSpc>
            </a:pPr>
            <a:r>
              <a:rPr lang="en-US" altLang="zh-CN" sz="1200" dirty="0" smtClean="0"/>
              <a:t>2</a:t>
            </a:r>
            <a:r>
              <a:rPr lang="zh-CN" altLang="en-US" sz="1200" dirty="0" smtClean="0"/>
              <a:t>、提高受审核组织的声誉，增强竞争力。</a:t>
            </a:r>
            <a:endParaRPr lang="zh-CN" altLang="en-US" sz="1200" dirty="0"/>
          </a:p>
        </p:txBody>
      </p:sp>
      <p:sp>
        <p:nvSpPr>
          <p:cNvPr id="12" name="文本框 1"/>
          <p:cNvSpPr txBox="1"/>
          <p:nvPr/>
        </p:nvSpPr>
        <p:spPr>
          <a:xfrm>
            <a:off x="4695765" y="1247717"/>
            <a:ext cx="178721" cy="372410"/>
          </a:xfrm>
          <a:prstGeom prst="rect">
            <a:avLst/>
          </a:prstGeom>
          <a:noFill/>
        </p:spPr>
        <p:txBody>
          <a:bodyPr wrap="square" rtlCol="0">
            <a:spAutoFit/>
          </a:bodyPr>
          <a:lstStyle/>
          <a:p>
            <a:pPr>
              <a:lnSpc>
                <a:spcPct val="130000"/>
              </a:lnSpc>
            </a:pPr>
            <a:endParaRPr kumimoji="1" lang="zh-CN" altLang="en-US" sz="1400" dirty="0" smtClean="0">
              <a:latin typeface="Arial" pitchFamily="34" charset="0"/>
              <a:ea typeface="微软雅黑" pitchFamily="34" charset="-122"/>
            </a:endParaRPr>
          </a:p>
        </p:txBody>
      </p:sp>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07618"/>
            <a:ext cx="3071834" cy="473501"/>
          </a:xfrm>
          <a:prstGeom prst="rect">
            <a:avLst/>
          </a:prstGeom>
          <a:noFill/>
        </p:spPr>
        <p:txBody>
          <a:bodyPr wrap="square" lIns="103163" tIns="51581" rIns="103163" bIns="51581" rtlCol="0">
            <a:spAutoFit/>
          </a:bodyPr>
          <a:lstStyle/>
          <a:p>
            <a:r>
              <a:rPr lang="en-US" altLang="zh-CN" sz="2400" b="1" dirty="0" smtClean="0">
                <a:solidFill>
                  <a:schemeClr val="bg1"/>
                </a:solidFill>
              </a:rPr>
              <a:t>1.3</a:t>
            </a:r>
            <a:r>
              <a:rPr lang="zh-CN" altLang="en-US" sz="2400" b="1" dirty="0" smtClean="0">
                <a:solidFill>
                  <a:schemeClr val="bg1"/>
                </a:solidFill>
              </a:rPr>
              <a:t>审核的范围</a:t>
            </a:r>
            <a:endParaRPr lang="zh-CN" altLang="en-US" sz="2400" b="1" dirty="0">
              <a:solidFill>
                <a:schemeClr val="bg1"/>
              </a:solidFill>
            </a:endParaRPr>
          </a:p>
        </p:txBody>
      </p:sp>
      <p:sp>
        <p:nvSpPr>
          <p:cNvPr id="6" name="任意多边形 5"/>
          <p:cNvSpPr/>
          <p:nvPr/>
        </p:nvSpPr>
        <p:spPr>
          <a:xfrm>
            <a:off x="1504837" y="2647948"/>
            <a:ext cx="1566965" cy="1172609"/>
          </a:xfrm>
          <a:custGeom>
            <a:avLst/>
            <a:gdLst>
              <a:gd name="connsiteX0" fmla="*/ 602421 w 1442857"/>
              <a:gd name="connsiteY0" fmla="*/ 1405 h 1125568"/>
              <a:gd name="connsiteX1" fmla="*/ 987767 w 1442857"/>
              <a:gd name="connsiteY1" fmla="*/ 193856 h 1125568"/>
              <a:gd name="connsiteX2" fmla="*/ 1442857 w 1442857"/>
              <a:gd name="connsiteY2" fmla="*/ 624922 h 1125568"/>
              <a:gd name="connsiteX3" fmla="*/ 931713 w 1442857"/>
              <a:gd name="connsiteY3" fmla="*/ 987765 h 1125568"/>
              <a:gd name="connsiteX4" fmla="*/ 137803 w 1442857"/>
              <a:gd name="connsiteY4" fmla="*/ 931711 h 1125568"/>
              <a:gd name="connsiteX5" fmla="*/ 193858 w 1442857"/>
              <a:gd name="connsiteY5" fmla="*/ 137802 h 1125568"/>
              <a:gd name="connsiteX6" fmla="*/ 602421 w 1442857"/>
              <a:gd name="connsiteY6" fmla="*/ 1405 h 112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57" h="1125568">
                <a:moveTo>
                  <a:pt x="602421" y="1405"/>
                </a:moveTo>
                <a:cubicBezTo>
                  <a:pt x="746091" y="11549"/>
                  <a:pt x="885890" y="76501"/>
                  <a:pt x="987767" y="193856"/>
                </a:cubicBezTo>
                <a:cubicBezTo>
                  <a:pt x="1124089" y="350891"/>
                  <a:pt x="1275786" y="494580"/>
                  <a:pt x="1442857" y="624922"/>
                </a:cubicBezTo>
                <a:cubicBezTo>
                  <a:pt x="1259129" y="730495"/>
                  <a:pt x="1088747" y="851443"/>
                  <a:pt x="931713" y="987765"/>
                </a:cubicBezTo>
                <a:cubicBezTo>
                  <a:pt x="697001" y="1191519"/>
                  <a:pt x="341557" y="1166422"/>
                  <a:pt x="137803" y="931711"/>
                </a:cubicBezTo>
                <a:cubicBezTo>
                  <a:pt x="-65950" y="697000"/>
                  <a:pt x="-40854" y="341556"/>
                  <a:pt x="193858" y="137802"/>
                </a:cubicBezTo>
                <a:cubicBezTo>
                  <a:pt x="311213" y="35926"/>
                  <a:pt x="458752" y="-8738"/>
                  <a:pt x="602421" y="1405"/>
                </a:cubicBezTo>
                <a:close/>
              </a:path>
            </a:pathLst>
          </a:custGeom>
          <a:solidFill>
            <a:srgbClr val="39B2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80000" bIns="0" rtlCol="0" anchor="ctr"/>
          <a:lstStyle/>
          <a:p>
            <a:pPr lvl="0" algn="ctr">
              <a:lnSpc>
                <a:spcPct val="130000"/>
              </a:lnSpc>
              <a:defRPr/>
            </a:pPr>
            <a:r>
              <a:rPr lang="zh-CN" altLang="en-US" b="1" dirty="0" smtClean="0">
                <a:solidFill>
                  <a:schemeClr val="bg1"/>
                </a:solidFill>
              </a:rPr>
              <a:t>第一方</a:t>
            </a:r>
            <a:endParaRPr lang="en-US" altLang="zh-CN" b="1" dirty="0" smtClean="0">
              <a:solidFill>
                <a:schemeClr val="bg1"/>
              </a:solidFill>
            </a:endParaRPr>
          </a:p>
          <a:p>
            <a:pPr lvl="0" algn="ctr">
              <a:lnSpc>
                <a:spcPct val="130000"/>
              </a:lnSpc>
              <a:defRPr/>
            </a:pPr>
            <a:r>
              <a:rPr lang="zh-CN" altLang="en-US" b="1" dirty="0" smtClean="0">
                <a:solidFill>
                  <a:schemeClr val="bg1"/>
                </a:solidFill>
              </a:rPr>
              <a:t>审核</a:t>
            </a:r>
            <a:endParaRPr lang="zh-CN" altLang="en-US" b="1" kern="0" dirty="0">
              <a:solidFill>
                <a:schemeClr val="bg1"/>
              </a:solidFill>
              <a:latin typeface="微软雅黑" pitchFamily="34" charset="-122"/>
              <a:ea typeface="微软雅黑" pitchFamily="34" charset="-122"/>
            </a:endParaRPr>
          </a:p>
        </p:txBody>
      </p:sp>
      <p:sp>
        <p:nvSpPr>
          <p:cNvPr id="7" name="任意多边形 6"/>
          <p:cNvSpPr/>
          <p:nvPr/>
        </p:nvSpPr>
        <p:spPr>
          <a:xfrm>
            <a:off x="3803418" y="2576510"/>
            <a:ext cx="1554400" cy="1244047"/>
          </a:xfrm>
          <a:custGeom>
            <a:avLst/>
            <a:gdLst>
              <a:gd name="connsiteX0" fmla="*/ 602421 w 1442857"/>
              <a:gd name="connsiteY0" fmla="*/ 1405 h 1125568"/>
              <a:gd name="connsiteX1" fmla="*/ 987767 w 1442857"/>
              <a:gd name="connsiteY1" fmla="*/ 193856 h 1125568"/>
              <a:gd name="connsiteX2" fmla="*/ 1442857 w 1442857"/>
              <a:gd name="connsiteY2" fmla="*/ 624922 h 1125568"/>
              <a:gd name="connsiteX3" fmla="*/ 931713 w 1442857"/>
              <a:gd name="connsiteY3" fmla="*/ 987765 h 1125568"/>
              <a:gd name="connsiteX4" fmla="*/ 137803 w 1442857"/>
              <a:gd name="connsiteY4" fmla="*/ 931711 h 1125568"/>
              <a:gd name="connsiteX5" fmla="*/ 193858 w 1442857"/>
              <a:gd name="connsiteY5" fmla="*/ 137802 h 1125568"/>
              <a:gd name="connsiteX6" fmla="*/ 602421 w 1442857"/>
              <a:gd name="connsiteY6" fmla="*/ 1405 h 112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57" h="1125568">
                <a:moveTo>
                  <a:pt x="602421" y="1405"/>
                </a:moveTo>
                <a:cubicBezTo>
                  <a:pt x="746091" y="11549"/>
                  <a:pt x="885890" y="76501"/>
                  <a:pt x="987767" y="193856"/>
                </a:cubicBezTo>
                <a:cubicBezTo>
                  <a:pt x="1124089" y="350891"/>
                  <a:pt x="1275786" y="494580"/>
                  <a:pt x="1442857" y="624922"/>
                </a:cubicBezTo>
                <a:cubicBezTo>
                  <a:pt x="1259129" y="730495"/>
                  <a:pt x="1088747" y="851443"/>
                  <a:pt x="931713" y="987765"/>
                </a:cubicBezTo>
                <a:cubicBezTo>
                  <a:pt x="697001" y="1191519"/>
                  <a:pt x="341557" y="1166422"/>
                  <a:pt x="137803" y="931711"/>
                </a:cubicBezTo>
                <a:cubicBezTo>
                  <a:pt x="-65950" y="697000"/>
                  <a:pt x="-40854" y="341556"/>
                  <a:pt x="193858" y="137802"/>
                </a:cubicBezTo>
                <a:cubicBezTo>
                  <a:pt x="311213" y="35926"/>
                  <a:pt x="458752" y="-8738"/>
                  <a:pt x="602421" y="1405"/>
                </a:cubicBezTo>
                <a:close/>
              </a:path>
            </a:pathLst>
          </a:custGeom>
          <a:solidFill>
            <a:srgbClr val="FF89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80000" bIns="0" rtlCol="0" anchor="ctr"/>
          <a:lstStyle/>
          <a:p>
            <a:pPr lvl="0" algn="ctr">
              <a:lnSpc>
                <a:spcPct val="130000"/>
              </a:lnSpc>
              <a:defRPr/>
            </a:pPr>
            <a:r>
              <a:rPr lang="zh-CN" altLang="en-US" b="1" dirty="0" smtClean="0">
                <a:solidFill>
                  <a:schemeClr val="bg1"/>
                </a:solidFill>
              </a:rPr>
              <a:t>第二方</a:t>
            </a:r>
            <a:endParaRPr lang="en-US" altLang="zh-CN" b="1" dirty="0" smtClean="0">
              <a:solidFill>
                <a:schemeClr val="bg1"/>
              </a:solidFill>
            </a:endParaRPr>
          </a:p>
          <a:p>
            <a:pPr lvl="0" algn="ctr">
              <a:lnSpc>
                <a:spcPct val="130000"/>
              </a:lnSpc>
              <a:defRPr/>
            </a:pPr>
            <a:r>
              <a:rPr lang="zh-CN" altLang="en-US" b="1" dirty="0" smtClean="0">
                <a:solidFill>
                  <a:schemeClr val="bg1"/>
                </a:solidFill>
              </a:rPr>
              <a:t>审核</a:t>
            </a:r>
            <a:endParaRPr lang="zh-CN" altLang="en-US" b="1" kern="0" dirty="0">
              <a:solidFill>
                <a:schemeClr val="bg1"/>
              </a:solidFill>
              <a:latin typeface="微软雅黑" pitchFamily="34" charset="-122"/>
              <a:ea typeface="微软雅黑" pitchFamily="34" charset="-122"/>
            </a:endParaRPr>
          </a:p>
        </p:txBody>
      </p:sp>
      <p:sp>
        <p:nvSpPr>
          <p:cNvPr id="8" name="任意多边形 7"/>
          <p:cNvSpPr/>
          <p:nvPr/>
        </p:nvSpPr>
        <p:spPr>
          <a:xfrm>
            <a:off x="5959124" y="2576510"/>
            <a:ext cx="1613272" cy="1244047"/>
          </a:xfrm>
          <a:custGeom>
            <a:avLst/>
            <a:gdLst>
              <a:gd name="connsiteX0" fmla="*/ 602421 w 1442857"/>
              <a:gd name="connsiteY0" fmla="*/ 1405 h 1125568"/>
              <a:gd name="connsiteX1" fmla="*/ 987767 w 1442857"/>
              <a:gd name="connsiteY1" fmla="*/ 193856 h 1125568"/>
              <a:gd name="connsiteX2" fmla="*/ 1442857 w 1442857"/>
              <a:gd name="connsiteY2" fmla="*/ 624922 h 1125568"/>
              <a:gd name="connsiteX3" fmla="*/ 931713 w 1442857"/>
              <a:gd name="connsiteY3" fmla="*/ 987765 h 1125568"/>
              <a:gd name="connsiteX4" fmla="*/ 137803 w 1442857"/>
              <a:gd name="connsiteY4" fmla="*/ 931711 h 1125568"/>
              <a:gd name="connsiteX5" fmla="*/ 193858 w 1442857"/>
              <a:gd name="connsiteY5" fmla="*/ 137802 h 1125568"/>
              <a:gd name="connsiteX6" fmla="*/ 602421 w 1442857"/>
              <a:gd name="connsiteY6" fmla="*/ 1405 h 112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57" h="1125568">
                <a:moveTo>
                  <a:pt x="602421" y="1405"/>
                </a:moveTo>
                <a:cubicBezTo>
                  <a:pt x="746091" y="11549"/>
                  <a:pt x="885890" y="76501"/>
                  <a:pt x="987767" y="193856"/>
                </a:cubicBezTo>
                <a:cubicBezTo>
                  <a:pt x="1124089" y="350891"/>
                  <a:pt x="1275786" y="494580"/>
                  <a:pt x="1442857" y="624922"/>
                </a:cubicBezTo>
                <a:cubicBezTo>
                  <a:pt x="1259129" y="730495"/>
                  <a:pt x="1088747" y="851443"/>
                  <a:pt x="931713" y="987765"/>
                </a:cubicBezTo>
                <a:cubicBezTo>
                  <a:pt x="697001" y="1191519"/>
                  <a:pt x="341557" y="1166422"/>
                  <a:pt x="137803" y="931711"/>
                </a:cubicBezTo>
                <a:cubicBezTo>
                  <a:pt x="-65950" y="697000"/>
                  <a:pt x="-40854" y="341556"/>
                  <a:pt x="193858" y="137802"/>
                </a:cubicBezTo>
                <a:cubicBezTo>
                  <a:pt x="311213" y="35926"/>
                  <a:pt x="458752" y="-8738"/>
                  <a:pt x="602421" y="1405"/>
                </a:cubicBezTo>
                <a:close/>
              </a:path>
            </a:pathLst>
          </a:custGeom>
          <a:solidFill>
            <a:srgbClr val="91D44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80000" bIns="0" rtlCol="0" anchor="ctr"/>
          <a:lstStyle/>
          <a:p>
            <a:pPr lvl="0" algn="ctr">
              <a:lnSpc>
                <a:spcPct val="130000"/>
              </a:lnSpc>
              <a:defRPr/>
            </a:pPr>
            <a:r>
              <a:rPr lang="zh-CN" altLang="en-US" b="1" dirty="0" smtClean="0">
                <a:solidFill>
                  <a:schemeClr val="bg1"/>
                </a:solidFill>
              </a:rPr>
              <a:t>第三方</a:t>
            </a:r>
            <a:endParaRPr lang="en-US" altLang="zh-CN" b="1" dirty="0" smtClean="0">
              <a:solidFill>
                <a:schemeClr val="bg1"/>
              </a:solidFill>
            </a:endParaRPr>
          </a:p>
          <a:p>
            <a:pPr lvl="0" algn="ctr">
              <a:lnSpc>
                <a:spcPct val="130000"/>
              </a:lnSpc>
              <a:defRPr/>
            </a:pPr>
            <a:r>
              <a:rPr lang="zh-CN" altLang="en-US" b="1" dirty="0" smtClean="0">
                <a:solidFill>
                  <a:schemeClr val="bg1"/>
                </a:solidFill>
              </a:rPr>
              <a:t>审核</a:t>
            </a:r>
            <a:endParaRPr lang="zh-CN" altLang="en-US" b="1" kern="0" dirty="0">
              <a:solidFill>
                <a:schemeClr val="bg1"/>
              </a:solidFill>
              <a:latin typeface="微软雅黑" pitchFamily="34" charset="-122"/>
              <a:ea typeface="微软雅黑" pitchFamily="34" charset="-122"/>
            </a:endParaRPr>
          </a:p>
        </p:txBody>
      </p:sp>
      <p:sp>
        <p:nvSpPr>
          <p:cNvPr id="9" name="线形标注 1(带强调线) 8"/>
          <p:cNvSpPr/>
          <p:nvPr/>
        </p:nvSpPr>
        <p:spPr>
          <a:xfrm rot="5400000">
            <a:off x="1524172" y="3481198"/>
            <a:ext cx="1240332" cy="2431352"/>
          </a:xfrm>
          <a:prstGeom prst="accentCallout1">
            <a:avLst>
              <a:gd name="adj1" fmla="val 49859"/>
              <a:gd name="adj2" fmla="val -8136"/>
              <a:gd name="adj3" fmla="val 50129"/>
              <a:gd name="adj4" fmla="val -21254"/>
            </a:avLst>
          </a:prstGeom>
          <a:noFill/>
          <a:ln>
            <a:solidFill>
              <a:srgbClr val="39B2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p>
            <a:pPr lvl="0">
              <a:lnSpc>
                <a:spcPct val="130000"/>
              </a:lnSpc>
              <a:defRPr/>
            </a:pPr>
            <a:r>
              <a:rPr lang="zh-CN" altLang="en-US" sz="1400" dirty="0" smtClean="0">
                <a:solidFill>
                  <a:srgbClr val="545454"/>
                </a:solidFill>
                <a:latin typeface="幼圆" pitchFamily="49" charset="-122"/>
                <a:ea typeface="幼圆" pitchFamily="49" charset="-122"/>
              </a:rPr>
              <a:t>体系覆盖的所有产品、过程和场所。</a:t>
            </a:r>
            <a:endParaRPr lang="zh-CN" altLang="en-US" sz="1400" dirty="0">
              <a:solidFill>
                <a:srgbClr val="545454"/>
              </a:solidFill>
              <a:latin typeface="幼圆" pitchFamily="49" charset="-122"/>
              <a:ea typeface="幼圆" pitchFamily="49" charset="-122"/>
            </a:endParaRPr>
          </a:p>
        </p:txBody>
      </p:sp>
      <p:sp>
        <p:nvSpPr>
          <p:cNvPr id="10" name="线形标注 1(带强调线) 9"/>
          <p:cNvSpPr/>
          <p:nvPr/>
        </p:nvSpPr>
        <p:spPr>
          <a:xfrm rot="5400000">
            <a:off x="6096103" y="3445479"/>
            <a:ext cx="1168893" cy="2431352"/>
          </a:xfrm>
          <a:prstGeom prst="accentCallout1">
            <a:avLst>
              <a:gd name="adj1" fmla="val 49859"/>
              <a:gd name="adj2" fmla="val -8136"/>
              <a:gd name="adj3" fmla="val 50129"/>
              <a:gd name="adj4" fmla="val -24701"/>
            </a:avLst>
          </a:prstGeom>
          <a:noFill/>
          <a:ln>
            <a:solidFill>
              <a:srgbClr val="91D449"/>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vert270" rtlCol="0" anchor="t" anchorCtr="0"/>
          <a:lstStyle/>
          <a:p>
            <a:pPr lvl="0" algn="just">
              <a:lnSpc>
                <a:spcPct val="130000"/>
              </a:lnSpc>
            </a:pPr>
            <a:r>
              <a:rPr lang="zh-CN" altLang="en-US" sz="1400" dirty="0" smtClean="0">
                <a:solidFill>
                  <a:srgbClr val="545454"/>
                </a:solidFill>
                <a:latin typeface="幼圆" pitchFamily="49" charset="-122"/>
                <a:ea typeface="幼圆" pitchFamily="49" charset="-122"/>
              </a:rPr>
              <a:t>申请的产品范围及其涉及的过程和场所。</a:t>
            </a:r>
            <a:endParaRPr lang="zh-CN" altLang="en-US" sz="1400" kern="0" dirty="0" smtClean="0">
              <a:solidFill>
                <a:srgbClr val="585858"/>
              </a:solidFill>
              <a:latin typeface="华文细黑" pitchFamily="2" charset="-122"/>
              <a:ea typeface="华文细黑" pitchFamily="2" charset="-122"/>
            </a:endParaRPr>
          </a:p>
        </p:txBody>
      </p:sp>
      <p:sp>
        <p:nvSpPr>
          <p:cNvPr id="11" name="线形标注 1(带强调线) 10"/>
          <p:cNvSpPr/>
          <p:nvPr/>
        </p:nvSpPr>
        <p:spPr>
          <a:xfrm rot="16200000" flipV="1">
            <a:off x="4006245" y="622648"/>
            <a:ext cx="894322" cy="2441898"/>
          </a:xfrm>
          <a:prstGeom prst="accentCallout1">
            <a:avLst>
              <a:gd name="adj1" fmla="val 49859"/>
              <a:gd name="adj2" fmla="val -8136"/>
              <a:gd name="adj3" fmla="val 49817"/>
              <a:gd name="adj4" fmla="val -32667"/>
            </a:avLst>
          </a:prstGeom>
          <a:noFill/>
          <a:ln>
            <a:solidFill>
              <a:srgbClr val="FF893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vert270" rtlCol="0" anchor="b" anchorCtr="0"/>
          <a:lstStyle/>
          <a:p>
            <a:pPr algn="just">
              <a:lnSpc>
                <a:spcPct val="130000"/>
              </a:lnSpc>
            </a:pPr>
            <a:r>
              <a:rPr lang="zh-CN" altLang="en-US" sz="1400" dirty="0" smtClean="0">
                <a:solidFill>
                  <a:srgbClr val="545454"/>
                </a:solidFill>
                <a:latin typeface="幼圆" pitchFamily="49" charset="-122"/>
                <a:ea typeface="幼圆" pitchFamily="49" charset="-122"/>
              </a:rPr>
              <a:t>限制于顾客所购的产品范围、及其所涉及的过程和场所 。</a:t>
            </a:r>
            <a:endParaRPr lang="zh-CN" altLang="en-US" sz="1400" dirty="0">
              <a:solidFill>
                <a:srgbClr val="545454"/>
              </a:solidFill>
              <a:latin typeface="幼圆" pitchFamily="49" charset="-122"/>
              <a:ea typeface="幼圆" pitchFamily="49" charset="-122"/>
            </a:endParaRPr>
          </a:p>
        </p:txBody>
      </p:sp>
      <p:sp>
        <p:nvSpPr>
          <p:cNvPr id="12" name="动作按钮: 开始 11">
            <a:hlinkClick r:id="rId2" action="ppaction://hlinksldjump" highlightClick="1"/>
          </p:cNvPr>
          <p:cNvSpPr/>
          <p:nvPr/>
        </p:nvSpPr>
        <p:spPr>
          <a:xfrm>
            <a:off x="8215338" y="5219716"/>
            <a:ext cx="500066" cy="285752"/>
          </a:xfrm>
          <a:prstGeom prst="actionButtonBeginning">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8"/>
          <p:cNvSpPr txBox="1"/>
          <p:nvPr/>
        </p:nvSpPr>
        <p:spPr>
          <a:xfrm>
            <a:off x="4168775" y="1113092"/>
            <a:ext cx="1155700" cy="2053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defPPr>
              <a:defRPr lang="zh-CN"/>
            </a:defPPr>
            <a:lvl1pPr algn="just">
              <a:defRPr sz="3200">
                <a:solidFill>
                  <a:schemeClr val="lt1"/>
                </a:solidFill>
                <a:latin typeface="Arial Rounded MT Bold" pitchFamily="34" charset="0"/>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ltLang="en-US" sz="15600" i="1" dirty="0">
              <a:ln w="12700">
                <a:noFill/>
              </a:ln>
              <a:solidFill>
                <a:srgbClr val="F1C341"/>
              </a:solidFill>
              <a:latin typeface="Britannic Bold" pitchFamily="34" charset="0"/>
            </a:endParaRPr>
          </a:p>
        </p:txBody>
      </p:sp>
      <p:sp>
        <p:nvSpPr>
          <p:cNvPr id="15" name="文本框 6"/>
          <p:cNvSpPr txBox="1">
            <a:spLocks noChangeArrowheads="1"/>
          </p:cNvSpPr>
          <p:nvPr/>
        </p:nvSpPr>
        <p:spPr bwMode="auto">
          <a:xfrm>
            <a:off x="330170" y="954074"/>
            <a:ext cx="4205288" cy="3566656"/>
          </a:xfrm>
          <a:prstGeom prst="rect">
            <a:avLst/>
          </a:prstGeom>
          <a:noFill/>
          <a:ln w="9525">
            <a:noFill/>
            <a:miter lim="800000"/>
          </a:ln>
        </p:spPr>
        <p:txBody>
          <a:bodyPr lIns="103163" tIns="51581" rIns="103163" bIns="51581">
            <a:spAutoFit/>
          </a:bodyPr>
          <a:lstStyle/>
          <a:p>
            <a:pPr algn="ctr" eaLnBrk="1" hangingPunct="1"/>
            <a:r>
              <a:rPr lang="en-US" altLang="zh-CN" sz="22500" b="1" dirty="0" smtClean="0">
                <a:solidFill>
                  <a:srgbClr val="83B40D"/>
                </a:solidFill>
                <a:latin typeface="Arial Black" pitchFamily="34" charset="0"/>
                <a:ea typeface="微软雅黑" pitchFamily="34" charset="-122"/>
                <a:cs typeface="Times New Roman" pitchFamily="18" charset="0"/>
              </a:rPr>
              <a:t>02</a:t>
            </a:r>
            <a:endParaRPr lang="zh-CN" altLang="en-US" sz="22500" b="1" dirty="0">
              <a:solidFill>
                <a:srgbClr val="83B40D"/>
              </a:solidFill>
              <a:latin typeface="Arial Black" pitchFamily="34" charset="0"/>
              <a:ea typeface="微软雅黑" pitchFamily="34" charset="-122"/>
              <a:cs typeface="Times New Roman" pitchFamily="18" charset="0"/>
            </a:endParaRPr>
          </a:p>
        </p:txBody>
      </p:sp>
      <p:sp>
        <p:nvSpPr>
          <p:cNvPr id="16" name="文本框 7"/>
          <p:cNvSpPr txBox="1">
            <a:spLocks noChangeArrowheads="1"/>
          </p:cNvSpPr>
          <p:nvPr/>
        </p:nvSpPr>
        <p:spPr bwMode="auto">
          <a:xfrm>
            <a:off x="285720" y="2349872"/>
            <a:ext cx="3887788" cy="735111"/>
          </a:xfrm>
          <a:prstGeom prst="rect">
            <a:avLst/>
          </a:prstGeom>
          <a:solidFill>
            <a:srgbClr val="FFFFFF"/>
          </a:solidFill>
          <a:ln w="9525">
            <a:noFill/>
            <a:miter lim="800000"/>
          </a:ln>
        </p:spPr>
        <p:txBody>
          <a:bodyPr lIns="103163" tIns="51581" rIns="103163" bIns="51581">
            <a:spAutoFit/>
          </a:bodyPr>
          <a:lstStyle/>
          <a:p>
            <a:pPr eaLnBrk="1" hangingPunct="1"/>
            <a:r>
              <a:rPr lang="en-US" altLang="zh-CN" sz="4100" b="1" dirty="0">
                <a:solidFill>
                  <a:srgbClr val="83B40D"/>
                </a:solidFill>
                <a:latin typeface="Times New Roman" pitchFamily="18" charset="0"/>
                <a:cs typeface="Times New Roman" pitchFamily="18" charset="0"/>
              </a:rPr>
              <a:t>      PART </a:t>
            </a:r>
            <a:r>
              <a:rPr lang="en-US" altLang="zh-CN" sz="4100" b="1" dirty="0" smtClean="0">
                <a:solidFill>
                  <a:srgbClr val="83B40D"/>
                </a:solidFill>
                <a:latin typeface="Times New Roman" pitchFamily="18" charset="0"/>
                <a:cs typeface="Times New Roman" pitchFamily="18" charset="0"/>
              </a:rPr>
              <a:t>TWO</a:t>
            </a:r>
            <a:endParaRPr lang="zh-CN" altLang="en-US" sz="4100" b="1" dirty="0">
              <a:solidFill>
                <a:srgbClr val="83B40D"/>
              </a:solidFill>
              <a:latin typeface="Times New Roman" pitchFamily="18" charset="0"/>
              <a:cs typeface="Times New Roman" pitchFamily="18" charset="0"/>
            </a:endParaRPr>
          </a:p>
        </p:txBody>
      </p:sp>
      <p:sp>
        <p:nvSpPr>
          <p:cNvPr id="17" name="文本框 8"/>
          <p:cNvSpPr txBox="1">
            <a:spLocks noChangeArrowheads="1"/>
          </p:cNvSpPr>
          <p:nvPr/>
        </p:nvSpPr>
        <p:spPr bwMode="auto">
          <a:xfrm>
            <a:off x="4173511" y="2030074"/>
            <a:ext cx="4662487" cy="596612"/>
          </a:xfrm>
          <a:prstGeom prst="rect">
            <a:avLst/>
          </a:prstGeom>
          <a:noFill/>
          <a:ln w="9525">
            <a:noFill/>
            <a:miter lim="800000"/>
          </a:ln>
        </p:spPr>
        <p:txBody>
          <a:bodyPr lIns="103163" tIns="51581" rIns="103163" bIns="51581">
            <a:spAutoFit/>
          </a:bodyPr>
          <a:lstStyle/>
          <a:p>
            <a:pPr algn="ctr" defTabSz="914400" fontAlgn="base">
              <a:spcBef>
                <a:spcPct val="0"/>
              </a:spcBef>
              <a:spcAft>
                <a:spcPct val="0"/>
              </a:spcAft>
              <a:defRPr/>
            </a:pPr>
            <a:r>
              <a:rPr lang="zh-CN" altLang="en-US" sz="3200" kern="0" dirty="0" smtClean="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rPr>
              <a:t>内部审核</a:t>
            </a:r>
            <a:endParaRPr lang="zh-CN" altLang="en-US" sz="3200" kern="0" dirty="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9" name="直接连接符 10"/>
          <p:cNvCxnSpPr>
            <a:cxnSpLocks noChangeShapeType="1"/>
          </p:cNvCxnSpPr>
          <p:nvPr/>
        </p:nvCxnSpPr>
        <p:spPr bwMode="auto">
          <a:xfrm>
            <a:off x="4256058" y="2710301"/>
            <a:ext cx="4608512" cy="0"/>
          </a:xfrm>
          <a:prstGeom prst="line">
            <a:avLst/>
          </a:prstGeom>
          <a:noFill/>
          <a:ln w="12700" algn="ctr">
            <a:solidFill>
              <a:srgbClr val="DFDFDF"/>
            </a:solidFill>
            <a:miter lim="800000"/>
            <a:headEnd type="oval" w="med" len="med"/>
            <a:tailEnd type="oval" w="med" len="med"/>
          </a:ln>
        </p:spPr>
      </p:cxnSp>
    </p:spTree>
  </p:cSld>
  <p:clrMapOvr>
    <a:masterClrMapping/>
  </p:clrMapOvr>
  <p:transition advClick="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58996"/>
            <a:ext cx="3071834" cy="458112"/>
          </a:xfrm>
          <a:prstGeom prst="rect">
            <a:avLst/>
          </a:prstGeom>
          <a:noFill/>
        </p:spPr>
        <p:txBody>
          <a:bodyPr wrap="square" lIns="103163" tIns="51581" rIns="103163" bIns="51581" rtlCol="0">
            <a:spAutoFit/>
          </a:bodyPr>
          <a:lstStyle/>
          <a:p>
            <a:r>
              <a:rPr lang="en-US" altLang="zh-CN" sz="2300" b="1" dirty="0" smtClean="0">
                <a:solidFill>
                  <a:schemeClr val="bg1"/>
                </a:solidFill>
              </a:rPr>
              <a:t>2.1</a:t>
            </a:r>
            <a:r>
              <a:rPr lang="zh-CN" altLang="en-US" sz="2300" b="1" dirty="0" smtClean="0">
                <a:solidFill>
                  <a:schemeClr val="bg1"/>
                </a:solidFill>
              </a:rPr>
              <a:t>审核的过程活动</a:t>
            </a:r>
            <a:endParaRPr lang="zh-CN" altLang="en-US" sz="2300" b="1" dirty="0">
              <a:solidFill>
                <a:schemeClr val="bg1"/>
              </a:solidFill>
            </a:endParaRPr>
          </a:p>
        </p:txBody>
      </p:sp>
      <p:sp>
        <p:nvSpPr>
          <p:cNvPr id="8" name="KSO_GT3">
            <a:hlinkClick r:id="rId2" action="ppaction://hlinksldjump"/>
          </p:cNvPr>
          <p:cNvSpPr/>
          <p:nvPr/>
        </p:nvSpPr>
        <p:spPr>
          <a:xfrm rot="2400000">
            <a:off x="4321837" y="2549487"/>
            <a:ext cx="1476161" cy="2648490"/>
          </a:xfrm>
          <a:custGeom>
            <a:avLst/>
            <a:gdLst/>
            <a:ahLst/>
            <a:cxnLst/>
            <a:rect l="l" t="t" r="r" b="b"/>
            <a:pathLst>
              <a:path w="2163650" h="4105755">
                <a:moveTo>
                  <a:pt x="502854" y="0"/>
                </a:moveTo>
                <a:lnTo>
                  <a:pt x="1660796" y="1379981"/>
                </a:lnTo>
                <a:lnTo>
                  <a:pt x="1660796" y="3071487"/>
                </a:lnTo>
                <a:lnTo>
                  <a:pt x="2163650" y="3071487"/>
                </a:lnTo>
                <a:lnTo>
                  <a:pt x="1081825" y="4105755"/>
                </a:lnTo>
                <a:lnTo>
                  <a:pt x="0" y="3071487"/>
                </a:lnTo>
                <a:lnTo>
                  <a:pt x="502854" y="3071487"/>
                </a:lnTo>
                <a:close/>
              </a:path>
            </a:pathLst>
          </a:custGeom>
          <a:solidFill>
            <a:srgbClr val="6BD6A8"/>
          </a:solidFill>
          <a:ln w="25400" cap="flat" cmpd="sng" algn="ctr">
            <a:noFill/>
            <a:prstDash val="solid"/>
          </a:ln>
          <a:effectLst/>
        </p:spPr>
        <p:txBody>
          <a:bodyPr vert="vert270" rtlCol="0" anchor="ctr"/>
          <a:lstStyle/>
          <a:p>
            <a:pPr lvl="0" algn="ctr">
              <a:lnSpc>
                <a:spcPct val="130000"/>
              </a:lnSpc>
              <a:defRPr/>
            </a:pPr>
            <a:r>
              <a:rPr lang="zh-CN" altLang="en-US" b="1" dirty="0" smtClean="0">
                <a:solidFill>
                  <a:schemeClr val="bg1"/>
                </a:solidFill>
              </a:rPr>
              <a:t>第三阶段</a:t>
            </a:r>
            <a:endParaRPr lang="zh-CN" altLang="en-US" sz="2000" b="1" kern="0" dirty="0">
              <a:solidFill>
                <a:schemeClr val="bg1"/>
              </a:solidFill>
              <a:latin typeface="微软雅黑" pitchFamily="34" charset="-122"/>
              <a:ea typeface="微软雅黑" pitchFamily="34" charset="-122"/>
            </a:endParaRPr>
          </a:p>
        </p:txBody>
      </p:sp>
      <p:sp>
        <p:nvSpPr>
          <p:cNvPr id="9" name="KSO_GT2">
            <a:hlinkClick r:id="rId3" action="ppaction://hlinksldjump"/>
          </p:cNvPr>
          <p:cNvSpPr/>
          <p:nvPr/>
        </p:nvSpPr>
        <p:spPr>
          <a:xfrm rot="2400000">
            <a:off x="2621544" y="1653163"/>
            <a:ext cx="1476161" cy="2692734"/>
          </a:xfrm>
          <a:custGeom>
            <a:avLst/>
            <a:gdLst/>
            <a:ahLst/>
            <a:cxnLst/>
            <a:rect l="l" t="t" r="r" b="b"/>
            <a:pathLst>
              <a:path w="2163650" h="4105755">
                <a:moveTo>
                  <a:pt x="502854" y="0"/>
                </a:moveTo>
                <a:lnTo>
                  <a:pt x="1660796" y="1379981"/>
                </a:lnTo>
                <a:lnTo>
                  <a:pt x="1660796" y="3071487"/>
                </a:lnTo>
                <a:lnTo>
                  <a:pt x="2163650" y="3071487"/>
                </a:lnTo>
                <a:lnTo>
                  <a:pt x="1081825" y="4105755"/>
                </a:lnTo>
                <a:lnTo>
                  <a:pt x="0" y="3071487"/>
                </a:lnTo>
                <a:lnTo>
                  <a:pt x="502854" y="3071487"/>
                </a:lnTo>
                <a:close/>
              </a:path>
            </a:pathLst>
          </a:custGeom>
          <a:solidFill>
            <a:srgbClr val="FB70A7"/>
          </a:solidFill>
          <a:ln w="25400" cap="flat" cmpd="sng" algn="ctr">
            <a:noFill/>
            <a:prstDash val="solid"/>
          </a:ln>
          <a:effectLst/>
        </p:spPr>
        <p:txBody>
          <a:bodyPr vert="vert270" rtlCol="0" anchor="ctr"/>
          <a:lstStyle/>
          <a:p>
            <a:pPr lvl="0" algn="ctr">
              <a:lnSpc>
                <a:spcPct val="130000"/>
              </a:lnSpc>
              <a:defRPr/>
            </a:pPr>
            <a:r>
              <a:rPr lang="zh-CN" altLang="en-US" b="1" dirty="0" smtClean="0">
                <a:solidFill>
                  <a:schemeClr val="bg1"/>
                </a:solidFill>
              </a:rPr>
              <a:t>第二阶段</a:t>
            </a:r>
            <a:endParaRPr lang="zh-CN" altLang="en-US" sz="2000" b="1" kern="0" dirty="0">
              <a:solidFill>
                <a:schemeClr val="bg1"/>
              </a:solidFill>
              <a:latin typeface="微软雅黑" pitchFamily="34" charset="-122"/>
              <a:ea typeface="微软雅黑" pitchFamily="34" charset="-122"/>
            </a:endParaRPr>
          </a:p>
        </p:txBody>
      </p:sp>
      <p:sp>
        <p:nvSpPr>
          <p:cNvPr id="10" name="KSO_GT1">
            <a:hlinkClick r:id="rId4" action="ppaction://hlinksldjump"/>
          </p:cNvPr>
          <p:cNvSpPr/>
          <p:nvPr/>
        </p:nvSpPr>
        <p:spPr>
          <a:xfrm rot="2400000">
            <a:off x="1039671" y="739412"/>
            <a:ext cx="1476161" cy="2660880"/>
          </a:xfrm>
          <a:custGeom>
            <a:avLst/>
            <a:gdLst/>
            <a:ahLst/>
            <a:cxnLst/>
            <a:rect l="l" t="t" r="r" b="b"/>
            <a:pathLst>
              <a:path w="2163650" h="4105755">
                <a:moveTo>
                  <a:pt x="502854" y="0"/>
                </a:moveTo>
                <a:lnTo>
                  <a:pt x="1660796" y="1379981"/>
                </a:lnTo>
                <a:lnTo>
                  <a:pt x="1660796" y="3071487"/>
                </a:lnTo>
                <a:lnTo>
                  <a:pt x="2163650" y="3071487"/>
                </a:lnTo>
                <a:lnTo>
                  <a:pt x="1081825" y="4105755"/>
                </a:lnTo>
                <a:lnTo>
                  <a:pt x="0" y="3071487"/>
                </a:lnTo>
                <a:lnTo>
                  <a:pt x="502854" y="3071487"/>
                </a:lnTo>
                <a:close/>
              </a:path>
            </a:pathLst>
          </a:custGeom>
          <a:solidFill>
            <a:srgbClr val="79C5F4"/>
          </a:solidFill>
          <a:ln w="25400" cap="flat" cmpd="sng" algn="ctr">
            <a:noFill/>
            <a:prstDash val="solid"/>
          </a:ln>
          <a:effectLst/>
        </p:spPr>
        <p:txBody>
          <a:bodyPr vert="vert270" rtlCol="0" anchor="ctr"/>
          <a:lstStyle/>
          <a:p>
            <a:pPr lvl="0" algn="ctr">
              <a:lnSpc>
                <a:spcPct val="130000"/>
              </a:lnSpc>
              <a:defRPr/>
            </a:pPr>
            <a:r>
              <a:rPr lang="zh-CN" altLang="en-US" b="1" dirty="0" smtClean="0">
                <a:solidFill>
                  <a:schemeClr val="bg1"/>
                </a:solidFill>
              </a:rPr>
              <a:t>第一阶段</a:t>
            </a:r>
            <a:endParaRPr lang="zh-CN" altLang="en-US" sz="2000" b="1" kern="0" dirty="0">
              <a:solidFill>
                <a:schemeClr val="bg1"/>
              </a:solidFill>
              <a:latin typeface="微软雅黑" pitchFamily="34" charset="-122"/>
              <a:ea typeface="微软雅黑" pitchFamily="34" charset="-122"/>
            </a:endParaRPr>
          </a:p>
        </p:txBody>
      </p:sp>
      <p:sp>
        <p:nvSpPr>
          <p:cNvPr id="11" name="KSO_GT3.1.1"/>
          <p:cNvSpPr txBox="1"/>
          <p:nvPr/>
        </p:nvSpPr>
        <p:spPr>
          <a:xfrm>
            <a:off x="4000496" y="4724392"/>
            <a:ext cx="1620000" cy="1000133"/>
          </a:xfrm>
          <a:prstGeom prst="rect">
            <a:avLst/>
          </a:prstGeom>
          <a:noFill/>
        </p:spPr>
        <p:txBody>
          <a:bodyPr wrap="square" lIns="0" tIns="0" rIns="0" bIns="0" rtlCol="0" anchor="ctr" anchorCtr="0">
            <a:noAutofit/>
          </a:bodyPr>
          <a:lstStyle/>
          <a:p>
            <a:pPr>
              <a:lnSpc>
                <a:spcPct val="150000"/>
              </a:lnSpc>
              <a:buFontTx/>
              <a:buNone/>
            </a:pPr>
            <a:r>
              <a:rPr lang="zh-CN" altLang="en-US" sz="1400" dirty="0" smtClean="0"/>
              <a:t>纠正和预防措施的跟踪和验证阶段</a:t>
            </a:r>
            <a:endParaRPr lang="zh-CN" altLang="en-US" sz="1400" dirty="0"/>
          </a:p>
        </p:txBody>
      </p:sp>
      <p:sp>
        <p:nvSpPr>
          <p:cNvPr id="12" name="KSO_GT2.1.1"/>
          <p:cNvSpPr txBox="1"/>
          <p:nvPr/>
        </p:nvSpPr>
        <p:spPr>
          <a:xfrm>
            <a:off x="2214546" y="3862394"/>
            <a:ext cx="1620000" cy="1255219"/>
          </a:xfrm>
          <a:prstGeom prst="rect">
            <a:avLst/>
          </a:prstGeom>
          <a:noFill/>
        </p:spPr>
        <p:txBody>
          <a:bodyPr wrap="square" lIns="0" tIns="0" rIns="0" bIns="0" rtlCol="0" anchor="ctr" anchorCtr="0">
            <a:noAutofit/>
          </a:bodyPr>
          <a:lstStyle/>
          <a:p>
            <a:pPr lvl="0" algn="just">
              <a:lnSpc>
                <a:spcPct val="130000"/>
              </a:lnSpc>
              <a:defRPr/>
            </a:pPr>
            <a:r>
              <a:rPr lang="zh-CN" altLang="en-US" sz="1400" dirty="0" smtClean="0"/>
              <a:t>现场审核实施阶段</a:t>
            </a:r>
            <a:endParaRPr lang="zh-CN" altLang="en-US" sz="1400" kern="0" dirty="0">
              <a:solidFill>
                <a:srgbClr val="585858"/>
              </a:solidFill>
              <a:latin typeface="华文细黑" pitchFamily="2" charset="-122"/>
              <a:ea typeface="华文细黑" pitchFamily="2" charset="-122"/>
            </a:endParaRPr>
          </a:p>
        </p:txBody>
      </p:sp>
      <p:sp>
        <p:nvSpPr>
          <p:cNvPr id="13" name="KSO_GT1.1.1"/>
          <p:cNvSpPr txBox="1"/>
          <p:nvPr/>
        </p:nvSpPr>
        <p:spPr>
          <a:xfrm>
            <a:off x="357158" y="3148014"/>
            <a:ext cx="1620000" cy="1143008"/>
          </a:xfrm>
          <a:prstGeom prst="rect">
            <a:avLst/>
          </a:prstGeom>
          <a:noFill/>
        </p:spPr>
        <p:txBody>
          <a:bodyPr wrap="square" lIns="0" tIns="0" rIns="0" bIns="0" rtlCol="0" anchor="ctr" anchorCtr="0">
            <a:noAutofit/>
          </a:bodyPr>
          <a:lstStyle/>
          <a:p>
            <a:pPr lvl="0">
              <a:lnSpc>
                <a:spcPct val="130000"/>
              </a:lnSpc>
              <a:defRPr/>
            </a:pPr>
            <a:r>
              <a:rPr lang="zh-CN" altLang="en-US" sz="1400" dirty="0" smtClean="0"/>
              <a:t>审核策划和准备阶段</a:t>
            </a:r>
            <a:endParaRPr lang="zh-CN" altLang="en-US" sz="1400" kern="0" dirty="0">
              <a:solidFill>
                <a:srgbClr val="585858"/>
              </a:solidFill>
              <a:latin typeface="华文细黑" pitchFamily="2" charset="-122"/>
              <a:ea typeface="华文细黑" pitchFamily="2" charset="-122"/>
            </a:endParaRPr>
          </a:p>
        </p:txBody>
      </p:sp>
      <p:pic>
        <p:nvPicPr>
          <p:cNvPr id="14" name="Picture 5" descr="PE01460_"/>
          <p:cNvPicPr>
            <a:picLocks noChangeAspect="1" noChangeArrowheads="1"/>
          </p:cNvPicPr>
          <p:nvPr/>
        </p:nvPicPr>
        <p:blipFill>
          <a:blip r:embed="rId5" cstate="print"/>
          <a:srcRect/>
          <a:stretch>
            <a:fillRect/>
          </a:stretch>
        </p:blipFill>
        <p:spPr bwMode="auto">
          <a:xfrm>
            <a:off x="6143636" y="1147750"/>
            <a:ext cx="2772560" cy="3286148"/>
          </a:xfrm>
          <a:prstGeom prst="rect">
            <a:avLst/>
          </a:prstGeom>
          <a:noFill/>
        </p:spPr>
      </p:pic>
    </p:spTree>
  </p:cSld>
  <p:clrMapOvr>
    <a:masterClrMapping/>
  </p:clrMapOvr>
  <p:transition advClick="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灯片编号占位符 3"/>
          <p:cNvSpPr>
            <a:spLocks noGrp="1"/>
          </p:cNvSpPr>
          <p:nvPr>
            <p:ph type="sldNum" sz="quarter" idx="12"/>
          </p:nvPr>
        </p:nvSpPr>
        <p:spPr>
          <a:xfrm>
            <a:off x="6553200" y="5162913"/>
            <a:ext cx="2133600" cy="304778"/>
          </a:xfrm>
        </p:spPr>
        <p:txBody>
          <a:bodyPr/>
          <a:lstStyle/>
          <a:p>
            <a:fld id="{F2271336-D05C-46BD-A975-F09027E702FD}" type="slidenum">
              <a:rPr lang="en-US" altLang="zh-CN"/>
              <a:pPr/>
              <a:t>10</a:t>
            </a:fld>
            <a:endParaRPr lang="en-US" altLang="zh-CN"/>
          </a:p>
        </p:txBody>
      </p:sp>
      <p:sp>
        <p:nvSpPr>
          <p:cNvPr id="55" name="Rectangle 3"/>
          <p:cNvSpPr>
            <a:spLocks noChangeArrowheads="1"/>
          </p:cNvSpPr>
          <p:nvPr/>
        </p:nvSpPr>
        <p:spPr bwMode="auto">
          <a:xfrm>
            <a:off x="715926" y="46053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审核组长</a:t>
            </a:r>
          </a:p>
        </p:txBody>
      </p:sp>
      <p:sp>
        <p:nvSpPr>
          <p:cNvPr id="56" name="Rectangle 4"/>
          <p:cNvSpPr>
            <a:spLocks noChangeArrowheads="1"/>
          </p:cNvSpPr>
          <p:nvPr/>
        </p:nvSpPr>
        <p:spPr bwMode="auto">
          <a:xfrm>
            <a:off x="715926" y="13287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dirty="0">
                <a:latin typeface="宋体" charset="-122"/>
              </a:rPr>
              <a:t>管理者代表</a:t>
            </a:r>
          </a:p>
        </p:txBody>
      </p:sp>
      <p:sp>
        <p:nvSpPr>
          <p:cNvPr id="57" name="Rectangle 5"/>
          <p:cNvSpPr>
            <a:spLocks noChangeArrowheads="1"/>
          </p:cNvSpPr>
          <p:nvPr/>
        </p:nvSpPr>
        <p:spPr bwMode="auto">
          <a:xfrm>
            <a:off x="715926" y="19383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审核组长</a:t>
            </a:r>
          </a:p>
        </p:txBody>
      </p:sp>
      <p:sp>
        <p:nvSpPr>
          <p:cNvPr id="58" name="Rectangle 6"/>
          <p:cNvSpPr>
            <a:spLocks noChangeArrowheads="1"/>
          </p:cNvSpPr>
          <p:nvPr/>
        </p:nvSpPr>
        <p:spPr bwMode="auto">
          <a:xfrm>
            <a:off x="715926" y="40719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审核组长</a:t>
            </a:r>
          </a:p>
        </p:txBody>
      </p:sp>
      <p:sp>
        <p:nvSpPr>
          <p:cNvPr id="59" name="Rectangle 7"/>
          <p:cNvSpPr>
            <a:spLocks noChangeArrowheads="1"/>
          </p:cNvSpPr>
          <p:nvPr/>
        </p:nvSpPr>
        <p:spPr bwMode="auto">
          <a:xfrm>
            <a:off x="715926" y="35385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审核组</a:t>
            </a:r>
          </a:p>
        </p:txBody>
      </p:sp>
      <p:sp>
        <p:nvSpPr>
          <p:cNvPr id="60" name="Rectangle 8"/>
          <p:cNvSpPr>
            <a:spLocks noChangeArrowheads="1"/>
          </p:cNvSpPr>
          <p:nvPr/>
        </p:nvSpPr>
        <p:spPr bwMode="auto">
          <a:xfrm>
            <a:off x="715926" y="30051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审核组长</a:t>
            </a:r>
          </a:p>
        </p:txBody>
      </p:sp>
      <p:sp>
        <p:nvSpPr>
          <p:cNvPr id="61" name="Rectangle 9"/>
          <p:cNvSpPr>
            <a:spLocks noChangeArrowheads="1"/>
          </p:cNvSpPr>
          <p:nvPr/>
        </p:nvSpPr>
        <p:spPr bwMode="auto">
          <a:xfrm>
            <a:off x="715926" y="24717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审核员</a:t>
            </a:r>
          </a:p>
        </p:txBody>
      </p:sp>
      <p:sp>
        <p:nvSpPr>
          <p:cNvPr id="62" name="Rectangle 10"/>
          <p:cNvSpPr>
            <a:spLocks noChangeArrowheads="1"/>
          </p:cNvSpPr>
          <p:nvPr/>
        </p:nvSpPr>
        <p:spPr bwMode="auto">
          <a:xfrm>
            <a:off x="715926" y="51387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宋体" charset="-122"/>
              </a:rPr>
              <a:t>质管部门</a:t>
            </a:r>
          </a:p>
        </p:txBody>
      </p:sp>
      <p:sp>
        <p:nvSpPr>
          <p:cNvPr id="63" name="Rectangle 11"/>
          <p:cNvSpPr>
            <a:spLocks noChangeArrowheads="1"/>
          </p:cNvSpPr>
          <p:nvPr/>
        </p:nvSpPr>
        <p:spPr bwMode="auto">
          <a:xfrm>
            <a:off x="715926" y="719122"/>
            <a:ext cx="1295400" cy="304800"/>
          </a:xfrm>
          <a:prstGeom prst="rect">
            <a:avLst/>
          </a:prstGeom>
          <a:solidFill>
            <a:schemeClr val="bg1"/>
          </a:solidFill>
          <a:ln w="9525">
            <a:solidFill>
              <a:schemeClr val="tx1"/>
            </a:solidFill>
            <a:miter lim="800000"/>
            <a:headEnd/>
            <a:tailEnd/>
          </a:ln>
          <a:effectLst/>
        </p:spPr>
        <p:txBody>
          <a:bodyPr wrap="none" anchor="ctr"/>
          <a:lstStyle/>
          <a:p>
            <a:pPr>
              <a:spcBef>
                <a:spcPct val="0"/>
              </a:spcBef>
            </a:pPr>
            <a:r>
              <a:rPr kumimoji="1" lang="zh-CN" altLang="en-US" sz="1600">
                <a:effectLst>
                  <a:outerShdw blurRad="38100" dist="38100" dir="2700000" algn="tl">
                    <a:srgbClr val="C0C0C0"/>
                  </a:outerShdw>
                </a:effectLst>
                <a:latin typeface="宋体" charset="-122"/>
              </a:rPr>
              <a:t>负责部门</a:t>
            </a:r>
            <a:r>
              <a:rPr kumimoji="1" lang="en-US" altLang="zh-CN" sz="1600">
                <a:effectLst>
                  <a:outerShdw blurRad="38100" dist="38100" dir="2700000" algn="tl">
                    <a:srgbClr val="C0C0C0"/>
                  </a:outerShdw>
                </a:effectLst>
                <a:latin typeface="宋体" charset="-122"/>
              </a:rPr>
              <a:t>/</a:t>
            </a:r>
            <a:r>
              <a:rPr kumimoji="1" lang="zh-CN" altLang="en-US" sz="1600">
                <a:effectLst>
                  <a:outerShdw blurRad="38100" dist="38100" dir="2700000" algn="tl">
                    <a:srgbClr val="C0C0C0"/>
                  </a:outerShdw>
                </a:effectLst>
                <a:latin typeface="宋体" charset="-122"/>
              </a:rPr>
              <a:t>人</a:t>
            </a:r>
          </a:p>
        </p:txBody>
      </p:sp>
      <p:sp>
        <p:nvSpPr>
          <p:cNvPr id="64" name="Rectangle 12"/>
          <p:cNvSpPr>
            <a:spLocks noChangeArrowheads="1"/>
          </p:cNvSpPr>
          <p:nvPr/>
        </p:nvSpPr>
        <p:spPr bwMode="auto">
          <a:xfrm>
            <a:off x="2392326" y="13287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提出内审</a:t>
            </a:r>
          </a:p>
        </p:txBody>
      </p:sp>
      <p:sp>
        <p:nvSpPr>
          <p:cNvPr id="65" name="Rectangle 13"/>
          <p:cNvSpPr>
            <a:spLocks noChangeArrowheads="1"/>
          </p:cNvSpPr>
          <p:nvPr/>
        </p:nvSpPr>
        <p:spPr bwMode="auto">
          <a:xfrm>
            <a:off x="2392326" y="7191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effectLst>
                  <a:outerShdw blurRad="38100" dist="38100" dir="2700000" algn="tl">
                    <a:srgbClr val="C0C0C0"/>
                  </a:outerShdw>
                </a:effectLst>
                <a:latin typeface="文鼎CS魏碑" pitchFamily="49" charset="-122"/>
                <a:ea typeface="文鼎CS魏碑" pitchFamily="49" charset="-122"/>
              </a:rPr>
              <a:t>步   骤</a:t>
            </a:r>
            <a:r>
              <a:rPr kumimoji="1" lang="zh-CN" altLang="en-US" sz="1600" b="0">
                <a:solidFill>
                  <a:srgbClr val="CC00FF"/>
                </a:solidFill>
                <a:latin typeface="文鼎CS魏碑" pitchFamily="49" charset="-122"/>
                <a:ea typeface="文鼎CS魏碑" pitchFamily="49" charset="-122"/>
              </a:rPr>
              <a:t>	</a:t>
            </a:r>
          </a:p>
        </p:txBody>
      </p:sp>
      <p:sp>
        <p:nvSpPr>
          <p:cNvPr id="66" name="Rectangle 14"/>
          <p:cNvSpPr>
            <a:spLocks noChangeArrowheads="1"/>
          </p:cNvSpPr>
          <p:nvPr/>
        </p:nvSpPr>
        <p:spPr bwMode="auto">
          <a:xfrm>
            <a:off x="2392326" y="19383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制定审核计划</a:t>
            </a:r>
          </a:p>
        </p:txBody>
      </p:sp>
      <p:sp>
        <p:nvSpPr>
          <p:cNvPr id="67" name="Rectangle 15"/>
          <p:cNvSpPr>
            <a:spLocks noChangeArrowheads="1"/>
          </p:cNvSpPr>
          <p:nvPr/>
        </p:nvSpPr>
        <p:spPr bwMode="auto">
          <a:xfrm>
            <a:off x="2392326" y="24717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编制检查表</a:t>
            </a:r>
          </a:p>
        </p:txBody>
      </p:sp>
      <p:sp>
        <p:nvSpPr>
          <p:cNvPr id="68" name="Rectangle 16"/>
          <p:cNvSpPr>
            <a:spLocks noChangeArrowheads="1"/>
          </p:cNvSpPr>
          <p:nvPr/>
        </p:nvSpPr>
        <p:spPr bwMode="auto">
          <a:xfrm>
            <a:off x="2392326" y="30051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首次会议</a:t>
            </a:r>
          </a:p>
        </p:txBody>
      </p:sp>
      <p:sp>
        <p:nvSpPr>
          <p:cNvPr id="69" name="Rectangle 17"/>
          <p:cNvSpPr>
            <a:spLocks noChangeArrowheads="1"/>
          </p:cNvSpPr>
          <p:nvPr/>
        </p:nvSpPr>
        <p:spPr bwMode="auto">
          <a:xfrm>
            <a:off x="2392326" y="35385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现场审核</a:t>
            </a:r>
          </a:p>
        </p:txBody>
      </p:sp>
      <p:sp>
        <p:nvSpPr>
          <p:cNvPr id="70" name="Rectangle 18"/>
          <p:cNvSpPr>
            <a:spLocks noChangeArrowheads="1"/>
          </p:cNvSpPr>
          <p:nvPr/>
        </p:nvSpPr>
        <p:spPr bwMode="auto">
          <a:xfrm>
            <a:off x="2392326" y="40719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末次会议</a:t>
            </a:r>
          </a:p>
        </p:txBody>
      </p:sp>
      <p:sp>
        <p:nvSpPr>
          <p:cNvPr id="71" name="Rectangle 19"/>
          <p:cNvSpPr>
            <a:spLocks noChangeArrowheads="1"/>
          </p:cNvSpPr>
          <p:nvPr/>
        </p:nvSpPr>
        <p:spPr bwMode="auto">
          <a:xfrm>
            <a:off x="2392326" y="4605322"/>
            <a:ext cx="1295400" cy="304800"/>
          </a:xfrm>
          <a:prstGeom prst="rect">
            <a:avLst/>
          </a:prstGeom>
          <a:solidFill>
            <a:schemeClr val="bg1"/>
          </a:solidFill>
          <a:ln w="9525">
            <a:solidFill>
              <a:schemeClr val="tx1"/>
            </a:solidFill>
            <a:miter lim="800000"/>
            <a:headEnd/>
            <a:tailEnd/>
          </a:ln>
          <a:effectLst/>
        </p:spPr>
        <p:txBody>
          <a:bodyPr wrap="none" anchor="ctr"/>
          <a:lstStyle/>
          <a:p>
            <a:pPr>
              <a:spcBef>
                <a:spcPct val="0"/>
              </a:spcBef>
            </a:pPr>
            <a:r>
              <a:rPr kumimoji="1" lang="zh-CN" altLang="en-US" sz="1600">
                <a:latin typeface="文鼎CS魏碑" pitchFamily="49" charset="-122"/>
                <a:ea typeface="文鼎CS魏碑" pitchFamily="49" charset="-122"/>
              </a:rPr>
              <a:t>编制审核报告</a:t>
            </a:r>
          </a:p>
        </p:txBody>
      </p:sp>
      <p:sp>
        <p:nvSpPr>
          <p:cNvPr id="72" name="Rectangle 20"/>
          <p:cNvSpPr>
            <a:spLocks noChangeArrowheads="1"/>
          </p:cNvSpPr>
          <p:nvPr/>
        </p:nvSpPr>
        <p:spPr bwMode="auto">
          <a:xfrm>
            <a:off x="2392326" y="5138722"/>
            <a:ext cx="12954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latin typeface="文鼎CS魏碑" pitchFamily="49" charset="-122"/>
                <a:ea typeface="文鼎CS魏碑" pitchFamily="49" charset="-122"/>
              </a:rPr>
              <a:t>跟踪审核</a:t>
            </a:r>
          </a:p>
        </p:txBody>
      </p:sp>
      <p:sp>
        <p:nvSpPr>
          <p:cNvPr id="73" name="Rectangle 21"/>
          <p:cNvSpPr>
            <a:spLocks noChangeArrowheads="1"/>
          </p:cNvSpPr>
          <p:nvPr/>
        </p:nvSpPr>
        <p:spPr bwMode="auto">
          <a:xfrm>
            <a:off x="4297326" y="719122"/>
            <a:ext cx="36576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600">
                <a:effectLst>
                  <a:outerShdw blurRad="38100" dist="38100" dir="2700000" algn="tl">
                    <a:srgbClr val="C0C0C0"/>
                  </a:outerShdw>
                </a:effectLst>
                <a:latin typeface="Times New Roman" pitchFamily="18" charset="0"/>
              </a:rPr>
              <a:t>内审的阶段</a:t>
            </a:r>
          </a:p>
        </p:txBody>
      </p:sp>
      <p:sp>
        <p:nvSpPr>
          <p:cNvPr id="74" name="Rectangle 22"/>
          <p:cNvSpPr>
            <a:spLocks noChangeArrowheads="1"/>
          </p:cNvSpPr>
          <p:nvPr/>
        </p:nvSpPr>
        <p:spPr bwMode="auto">
          <a:xfrm>
            <a:off x="4373526" y="1862122"/>
            <a:ext cx="3657600" cy="4572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en-US" altLang="zh-CN" sz="1800" dirty="0">
                <a:solidFill>
                  <a:srgbClr val="0033CC"/>
                </a:solidFill>
                <a:latin typeface="宋体" charset="-122"/>
              </a:rPr>
              <a:t>  </a:t>
            </a:r>
            <a:r>
              <a:rPr kumimoji="1" lang="zh-CN" altLang="en-US" sz="1800" dirty="0">
                <a:latin typeface="宋体" charset="-122"/>
              </a:rPr>
              <a:t>准备阶段     </a:t>
            </a:r>
            <a:r>
              <a:rPr kumimoji="1" lang="en-US" altLang="zh-CN" sz="1800" dirty="0">
                <a:latin typeface="宋体" charset="-122"/>
              </a:rPr>
              <a:t>P</a:t>
            </a:r>
          </a:p>
        </p:txBody>
      </p:sp>
      <p:sp>
        <p:nvSpPr>
          <p:cNvPr id="75" name="Rectangle 23"/>
          <p:cNvSpPr>
            <a:spLocks noChangeArrowheads="1"/>
          </p:cNvSpPr>
          <p:nvPr/>
        </p:nvSpPr>
        <p:spPr bwMode="auto">
          <a:xfrm>
            <a:off x="4373526" y="3462322"/>
            <a:ext cx="3657600" cy="4572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zh-CN" altLang="en-US" sz="1800" dirty="0">
                <a:latin typeface="宋体" charset="-122"/>
              </a:rPr>
              <a:t>现场审核阶段    </a:t>
            </a:r>
            <a:r>
              <a:rPr kumimoji="1" lang="en-US" altLang="zh-CN" sz="1800" dirty="0">
                <a:latin typeface="宋体" charset="-122"/>
              </a:rPr>
              <a:t>D</a:t>
            </a:r>
          </a:p>
        </p:txBody>
      </p:sp>
      <p:sp>
        <p:nvSpPr>
          <p:cNvPr id="76" name="Rectangle 24"/>
          <p:cNvSpPr>
            <a:spLocks noChangeArrowheads="1"/>
          </p:cNvSpPr>
          <p:nvPr/>
        </p:nvSpPr>
        <p:spPr bwMode="auto">
          <a:xfrm>
            <a:off x="4373526" y="4605322"/>
            <a:ext cx="36576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en-US" altLang="zh-CN" sz="1600" dirty="0">
                <a:solidFill>
                  <a:srgbClr val="0033CC"/>
                </a:solidFill>
                <a:latin typeface="宋体" charset="-122"/>
              </a:rPr>
              <a:t>       </a:t>
            </a:r>
            <a:r>
              <a:rPr kumimoji="1" lang="zh-CN" altLang="en-US" sz="1600" dirty="0">
                <a:latin typeface="宋体" charset="-122"/>
              </a:rPr>
              <a:t>总结阶段      </a:t>
            </a:r>
            <a:r>
              <a:rPr kumimoji="1" lang="en-US" altLang="zh-CN" sz="1600" dirty="0">
                <a:latin typeface="宋体" charset="-122"/>
              </a:rPr>
              <a:t>C</a:t>
            </a:r>
            <a:r>
              <a:rPr kumimoji="1" lang="en-US" altLang="zh-CN" sz="1600" dirty="0">
                <a:solidFill>
                  <a:srgbClr val="0033CC"/>
                </a:solidFill>
                <a:latin typeface="宋体" charset="-122"/>
              </a:rPr>
              <a:t>   </a:t>
            </a:r>
          </a:p>
        </p:txBody>
      </p:sp>
      <p:sp>
        <p:nvSpPr>
          <p:cNvPr id="77" name="Rectangle 25"/>
          <p:cNvSpPr>
            <a:spLocks noChangeArrowheads="1"/>
          </p:cNvSpPr>
          <p:nvPr/>
        </p:nvSpPr>
        <p:spPr bwMode="auto">
          <a:xfrm>
            <a:off x="4373526" y="5138722"/>
            <a:ext cx="3657600" cy="304800"/>
          </a:xfrm>
          <a:prstGeom prst="rect">
            <a:avLst/>
          </a:prstGeom>
          <a:solidFill>
            <a:schemeClr val="bg1"/>
          </a:solidFill>
          <a:ln w="9525">
            <a:solidFill>
              <a:schemeClr val="tx1"/>
            </a:solidFill>
            <a:miter lim="800000"/>
            <a:headEnd/>
            <a:tailEnd/>
          </a:ln>
          <a:effectLst/>
        </p:spPr>
        <p:txBody>
          <a:bodyPr wrap="none" anchor="ctr"/>
          <a:lstStyle/>
          <a:p>
            <a:pPr algn="ctr">
              <a:spcBef>
                <a:spcPct val="0"/>
              </a:spcBef>
            </a:pPr>
            <a:r>
              <a:rPr kumimoji="1" lang="en-US" altLang="zh-CN" sz="1600" dirty="0">
                <a:solidFill>
                  <a:srgbClr val="0033CC"/>
                </a:solidFill>
                <a:latin typeface="Times New Roman" pitchFamily="18" charset="0"/>
              </a:rPr>
              <a:t>        </a:t>
            </a:r>
            <a:r>
              <a:rPr kumimoji="1" lang="zh-CN" altLang="en-US" sz="1600" dirty="0">
                <a:latin typeface="Times New Roman" pitchFamily="18" charset="0"/>
              </a:rPr>
              <a:t>跟踪验证阶段       </a:t>
            </a:r>
            <a:r>
              <a:rPr kumimoji="1" lang="en-US" altLang="zh-CN" sz="1600" dirty="0">
                <a:latin typeface="Times New Roman" pitchFamily="18" charset="0"/>
              </a:rPr>
              <a:t>A</a:t>
            </a:r>
          </a:p>
        </p:txBody>
      </p:sp>
      <p:sp>
        <p:nvSpPr>
          <p:cNvPr id="78" name="Line 26"/>
          <p:cNvSpPr>
            <a:spLocks noChangeShapeType="1"/>
          </p:cNvSpPr>
          <p:nvPr/>
        </p:nvSpPr>
        <p:spPr bwMode="auto">
          <a:xfrm>
            <a:off x="2011326" y="2090722"/>
            <a:ext cx="381000" cy="0"/>
          </a:xfrm>
          <a:prstGeom prst="line">
            <a:avLst/>
          </a:prstGeom>
          <a:noFill/>
          <a:ln w="9525">
            <a:solidFill>
              <a:schemeClr val="tx1"/>
            </a:solidFill>
            <a:round/>
            <a:headEnd/>
            <a:tailEnd/>
          </a:ln>
          <a:effectLst/>
        </p:spPr>
        <p:txBody>
          <a:bodyPr/>
          <a:lstStyle/>
          <a:p>
            <a:endParaRPr lang="zh-CN" altLang="en-US"/>
          </a:p>
        </p:txBody>
      </p:sp>
      <p:sp>
        <p:nvSpPr>
          <p:cNvPr id="79" name="Line 27"/>
          <p:cNvSpPr>
            <a:spLocks noChangeShapeType="1"/>
          </p:cNvSpPr>
          <p:nvPr/>
        </p:nvSpPr>
        <p:spPr bwMode="auto">
          <a:xfrm>
            <a:off x="2011326" y="2624122"/>
            <a:ext cx="381000" cy="0"/>
          </a:xfrm>
          <a:prstGeom prst="line">
            <a:avLst/>
          </a:prstGeom>
          <a:noFill/>
          <a:ln w="9525">
            <a:solidFill>
              <a:schemeClr val="tx1"/>
            </a:solidFill>
            <a:round/>
            <a:headEnd/>
            <a:tailEnd/>
          </a:ln>
          <a:effectLst/>
        </p:spPr>
        <p:txBody>
          <a:bodyPr/>
          <a:lstStyle/>
          <a:p>
            <a:endParaRPr lang="zh-CN" altLang="en-US"/>
          </a:p>
        </p:txBody>
      </p:sp>
      <p:sp>
        <p:nvSpPr>
          <p:cNvPr id="80" name="Line 28"/>
          <p:cNvSpPr>
            <a:spLocks noChangeShapeType="1"/>
          </p:cNvSpPr>
          <p:nvPr/>
        </p:nvSpPr>
        <p:spPr bwMode="auto">
          <a:xfrm>
            <a:off x="2011326" y="3690922"/>
            <a:ext cx="381000" cy="0"/>
          </a:xfrm>
          <a:prstGeom prst="line">
            <a:avLst/>
          </a:prstGeom>
          <a:noFill/>
          <a:ln w="9525">
            <a:solidFill>
              <a:schemeClr val="tx1"/>
            </a:solidFill>
            <a:round/>
            <a:headEnd/>
            <a:tailEnd/>
          </a:ln>
          <a:effectLst/>
        </p:spPr>
        <p:txBody>
          <a:bodyPr/>
          <a:lstStyle/>
          <a:p>
            <a:endParaRPr lang="zh-CN" altLang="en-US"/>
          </a:p>
        </p:txBody>
      </p:sp>
      <p:sp>
        <p:nvSpPr>
          <p:cNvPr id="81" name="Line 29"/>
          <p:cNvSpPr>
            <a:spLocks noChangeShapeType="1"/>
          </p:cNvSpPr>
          <p:nvPr/>
        </p:nvSpPr>
        <p:spPr bwMode="auto">
          <a:xfrm>
            <a:off x="2011326" y="3157522"/>
            <a:ext cx="381000" cy="0"/>
          </a:xfrm>
          <a:prstGeom prst="line">
            <a:avLst/>
          </a:prstGeom>
          <a:noFill/>
          <a:ln w="9525">
            <a:solidFill>
              <a:schemeClr val="tx1"/>
            </a:solidFill>
            <a:round/>
            <a:headEnd/>
            <a:tailEnd/>
          </a:ln>
          <a:effectLst/>
        </p:spPr>
        <p:txBody>
          <a:bodyPr/>
          <a:lstStyle/>
          <a:p>
            <a:endParaRPr lang="zh-CN" altLang="en-US"/>
          </a:p>
        </p:txBody>
      </p:sp>
      <p:sp>
        <p:nvSpPr>
          <p:cNvPr id="82" name="Line 30"/>
          <p:cNvSpPr>
            <a:spLocks noChangeShapeType="1"/>
          </p:cNvSpPr>
          <p:nvPr/>
        </p:nvSpPr>
        <p:spPr bwMode="auto">
          <a:xfrm>
            <a:off x="2011326" y="4757722"/>
            <a:ext cx="381000" cy="0"/>
          </a:xfrm>
          <a:prstGeom prst="line">
            <a:avLst/>
          </a:prstGeom>
          <a:noFill/>
          <a:ln w="9525">
            <a:solidFill>
              <a:schemeClr val="tx1"/>
            </a:solidFill>
            <a:round/>
            <a:headEnd/>
            <a:tailEnd/>
          </a:ln>
          <a:effectLst/>
        </p:spPr>
        <p:txBody>
          <a:bodyPr/>
          <a:lstStyle/>
          <a:p>
            <a:endParaRPr lang="zh-CN" altLang="en-US"/>
          </a:p>
        </p:txBody>
      </p:sp>
      <p:sp>
        <p:nvSpPr>
          <p:cNvPr id="83" name="Line 31"/>
          <p:cNvSpPr>
            <a:spLocks noChangeShapeType="1"/>
          </p:cNvSpPr>
          <p:nvPr/>
        </p:nvSpPr>
        <p:spPr bwMode="auto">
          <a:xfrm>
            <a:off x="2011326" y="4224322"/>
            <a:ext cx="381000" cy="0"/>
          </a:xfrm>
          <a:prstGeom prst="line">
            <a:avLst/>
          </a:prstGeom>
          <a:noFill/>
          <a:ln w="9525">
            <a:solidFill>
              <a:schemeClr val="tx1"/>
            </a:solidFill>
            <a:round/>
            <a:headEnd/>
            <a:tailEnd/>
          </a:ln>
          <a:effectLst/>
        </p:spPr>
        <p:txBody>
          <a:bodyPr/>
          <a:lstStyle/>
          <a:p>
            <a:endParaRPr lang="zh-CN" altLang="en-US"/>
          </a:p>
        </p:txBody>
      </p:sp>
      <p:sp>
        <p:nvSpPr>
          <p:cNvPr id="84" name="Line 32"/>
          <p:cNvSpPr>
            <a:spLocks noChangeShapeType="1"/>
          </p:cNvSpPr>
          <p:nvPr/>
        </p:nvSpPr>
        <p:spPr bwMode="auto">
          <a:xfrm>
            <a:off x="2011326" y="5291122"/>
            <a:ext cx="381000" cy="0"/>
          </a:xfrm>
          <a:prstGeom prst="line">
            <a:avLst/>
          </a:prstGeom>
          <a:noFill/>
          <a:ln w="9525">
            <a:solidFill>
              <a:schemeClr val="tx1"/>
            </a:solidFill>
            <a:round/>
            <a:headEnd/>
            <a:tailEnd/>
          </a:ln>
          <a:effectLst/>
        </p:spPr>
        <p:txBody>
          <a:bodyPr/>
          <a:lstStyle/>
          <a:p>
            <a:endParaRPr lang="zh-CN" altLang="en-US"/>
          </a:p>
        </p:txBody>
      </p:sp>
      <p:sp>
        <p:nvSpPr>
          <p:cNvPr id="85" name="Line 33"/>
          <p:cNvSpPr>
            <a:spLocks noChangeShapeType="1"/>
          </p:cNvSpPr>
          <p:nvPr/>
        </p:nvSpPr>
        <p:spPr bwMode="auto">
          <a:xfrm>
            <a:off x="2925726" y="17097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86" name="Line 34"/>
          <p:cNvSpPr>
            <a:spLocks noChangeShapeType="1"/>
          </p:cNvSpPr>
          <p:nvPr/>
        </p:nvSpPr>
        <p:spPr bwMode="auto">
          <a:xfrm>
            <a:off x="2925726" y="22431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87" name="Line 35"/>
          <p:cNvSpPr>
            <a:spLocks noChangeShapeType="1"/>
          </p:cNvSpPr>
          <p:nvPr/>
        </p:nvSpPr>
        <p:spPr bwMode="auto">
          <a:xfrm>
            <a:off x="2925726" y="27765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88" name="Line 36"/>
          <p:cNvSpPr>
            <a:spLocks noChangeShapeType="1"/>
          </p:cNvSpPr>
          <p:nvPr/>
        </p:nvSpPr>
        <p:spPr bwMode="auto">
          <a:xfrm>
            <a:off x="2925726" y="33099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89" name="Line 37"/>
          <p:cNvSpPr>
            <a:spLocks noChangeShapeType="1"/>
          </p:cNvSpPr>
          <p:nvPr/>
        </p:nvSpPr>
        <p:spPr bwMode="auto">
          <a:xfrm>
            <a:off x="2925726" y="38433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90" name="Line 38"/>
          <p:cNvSpPr>
            <a:spLocks noChangeShapeType="1"/>
          </p:cNvSpPr>
          <p:nvPr/>
        </p:nvSpPr>
        <p:spPr bwMode="auto">
          <a:xfrm>
            <a:off x="2925726" y="43767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91" name="Line 39"/>
          <p:cNvSpPr>
            <a:spLocks noChangeShapeType="1"/>
          </p:cNvSpPr>
          <p:nvPr/>
        </p:nvSpPr>
        <p:spPr bwMode="auto">
          <a:xfrm>
            <a:off x="2925726" y="4910122"/>
            <a:ext cx="0" cy="228600"/>
          </a:xfrm>
          <a:prstGeom prst="line">
            <a:avLst/>
          </a:prstGeom>
          <a:noFill/>
          <a:ln w="9525">
            <a:solidFill>
              <a:schemeClr val="tx1"/>
            </a:solidFill>
            <a:round/>
            <a:headEnd/>
            <a:tailEnd type="triangle" w="med" len="med"/>
          </a:ln>
          <a:effectLst/>
        </p:spPr>
        <p:txBody>
          <a:bodyPr/>
          <a:lstStyle/>
          <a:p>
            <a:endParaRPr lang="zh-CN" altLang="en-US"/>
          </a:p>
        </p:txBody>
      </p:sp>
      <p:sp>
        <p:nvSpPr>
          <p:cNvPr id="92" name="Text Box 40"/>
          <p:cNvSpPr txBox="1">
            <a:spLocks noChangeArrowheads="1"/>
          </p:cNvSpPr>
          <p:nvPr/>
        </p:nvSpPr>
        <p:spPr bwMode="auto">
          <a:xfrm>
            <a:off x="1927240" y="4742"/>
            <a:ext cx="4859338" cy="519112"/>
          </a:xfrm>
          <a:prstGeom prst="rect">
            <a:avLst/>
          </a:prstGeom>
          <a:noFill/>
          <a:ln w="9525">
            <a:noFill/>
            <a:miter lim="800000"/>
            <a:headEnd/>
            <a:tailEnd/>
          </a:ln>
          <a:effectLst/>
        </p:spPr>
        <p:txBody>
          <a:bodyPr>
            <a:spAutoFit/>
          </a:bodyPr>
          <a:lstStyle/>
          <a:p>
            <a:pPr>
              <a:spcBef>
                <a:spcPct val="0"/>
              </a:spcBef>
            </a:pPr>
            <a:r>
              <a:rPr kumimoji="1" lang="zh-CN" altLang="en-US" sz="2800" dirty="0">
                <a:solidFill>
                  <a:schemeClr val="tx1">
                    <a:lumMod val="95000"/>
                    <a:lumOff val="5000"/>
                  </a:schemeClr>
                </a:solidFill>
                <a:latin typeface="宋体" charset="-122"/>
              </a:rPr>
              <a:t>质量管理体系内部审核流程图</a:t>
            </a:r>
          </a:p>
        </p:txBody>
      </p:sp>
      <p:sp>
        <p:nvSpPr>
          <p:cNvPr id="93" name="AutoShape 42"/>
          <p:cNvSpPr>
            <a:spLocks/>
          </p:cNvSpPr>
          <p:nvPr/>
        </p:nvSpPr>
        <p:spPr bwMode="auto">
          <a:xfrm>
            <a:off x="3763926" y="1481122"/>
            <a:ext cx="76200" cy="1143000"/>
          </a:xfrm>
          <a:prstGeom prst="rightBracket">
            <a:avLst>
              <a:gd name="adj" fmla="val 125000"/>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94" name="AutoShape 43"/>
          <p:cNvSpPr>
            <a:spLocks/>
          </p:cNvSpPr>
          <p:nvPr/>
        </p:nvSpPr>
        <p:spPr bwMode="auto">
          <a:xfrm>
            <a:off x="3763926" y="3157522"/>
            <a:ext cx="76200" cy="1143000"/>
          </a:xfrm>
          <a:prstGeom prst="rightBracket">
            <a:avLst>
              <a:gd name="adj" fmla="val 125000"/>
            </a:avLst>
          </a:prstGeom>
          <a:noFill/>
          <a:ln w="12700" cap="sq">
            <a:solidFill>
              <a:schemeClr val="tx1"/>
            </a:solidFill>
            <a:round/>
            <a:headEnd type="none" w="sm" len="sm"/>
            <a:tailEnd type="none" w="sm" len="sm"/>
          </a:ln>
          <a:effectLst/>
        </p:spPr>
        <p:txBody>
          <a:bodyPr wrap="none" lIns="90000" tIns="46800" rIns="90000" bIns="46800" anchor="ctr">
            <a:spAutoFit/>
          </a:bodyPr>
          <a:lstStyle/>
          <a:p>
            <a:endParaRPr lang="zh-CN" altLang="en-US"/>
          </a:p>
        </p:txBody>
      </p:sp>
      <p:sp>
        <p:nvSpPr>
          <p:cNvPr id="95" name="Line 44"/>
          <p:cNvSpPr>
            <a:spLocks noChangeShapeType="1"/>
          </p:cNvSpPr>
          <p:nvPr/>
        </p:nvSpPr>
        <p:spPr bwMode="auto">
          <a:xfrm>
            <a:off x="3916326" y="2090722"/>
            <a:ext cx="457200" cy="0"/>
          </a:xfrm>
          <a:prstGeom prst="line">
            <a:avLst/>
          </a:prstGeom>
          <a:noFill/>
          <a:ln w="12700" cap="sq">
            <a:solidFill>
              <a:schemeClr val="tx1"/>
            </a:solidFill>
            <a:round/>
            <a:headEnd type="none" w="sm" len="sm"/>
            <a:tailEnd type="none" w="sm" len="sm"/>
          </a:ln>
          <a:effectLst/>
        </p:spPr>
        <p:txBody>
          <a:bodyPr wrap="none" lIns="90000" tIns="46800" rIns="90000" bIns="46800">
            <a:spAutoFit/>
          </a:bodyPr>
          <a:lstStyle/>
          <a:p>
            <a:endParaRPr lang="zh-CN" altLang="en-US"/>
          </a:p>
        </p:txBody>
      </p:sp>
      <p:sp>
        <p:nvSpPr>
          <p:cNvPr id="96" name="Line 45"/>
          <p:cNvSpPr>
            <a:spLocks noChangeShapeType="1"/>
          </p:cNvSpPr>
          <p:nvPr/>
        </p:nvSpPr>
        <p:spPr bwMode="auto">
          <a:xfrm>
            <a:off x="3840126" y="4757722"/>
            <a:ext cx="457200" cy="0"/>
          </a:xfrm>
          <a:prstGeom prst="line">
            <a:avLst/>
          </a:prstGeom>
          <a:noFill/>
          <a:ln w="12700" cap="sq">
            <a:solidFill>
              <a:schemeClr val="tx1"/>
            </a:solidFill>
            <a:round/>
            <a:headEnd type="none" w="sm" len="sm"/>
            <a:tailEnd type="none" w="sm" len="sm"/>
          </a:ln>
          <a:effectLst/>
        </p:spPr>
        <p:txBody>
          <a:bodyPr wrap="none" lIns="90000" tIns="46800" rIns="90000" bIns="46800">
            <a:spAutoFit/>
          </a:bodyPr>
          <a:lstStyle/>
          <a:p>
            <a:endParaRPr lang="zh-CN" altLang="en-US"/>
          </a:p>
        </p:txBody>
      </p:sp>
      <p:sp>
        <p:nvSpPr>
          <p:cNvPr id="97" name="Line 46"/>
          <p:cNvSpPr>
            <a:spLocks noChangeShapeType="1"/>
          </p:cNvSpPr>
          <p:nvPr/>
        </p:nvSpPr>
        <p:spPr bwMode="auto">
          <a:xfrm>
            <a:off x="3840126" y="5291122"/>
            <a:ext cx="457200" cy="0"/>
          </a:xfrm>
          <a:prstGeom prst="line">
            <a:avLst/>
          </a:prstGeom>
          <a:noFill/>
          <a:ln w="12700" cap="sq">
            <a:solidFill>
              <a:schemeClr val="tx1"/>
            </a:solidFill>
            <a:round/>
            <a:headEnd type="none" w="sm" len="sm"/>
            <a:tailEnd type="none" w="sm" len="sm"/>
          </a:ln>
          <a:effectLst/>
        </p:spPr>
        <p:txBody>
          <a:bodyPr wrap="none" lIns="90000" tIns="46800" rIns="90000" bIns="46800">
            <a:spAutoFit/>
          </a:bodyPr>
          <a:lstStyle/>
          <a:p>
            <a:endParaRPr lang="zh-CN" altLang="en-US"/>
          </a:p>
        </p:txBody>
      </p:sp>
      <p:sp>
        <p:nvSpPr>
          <p:cNvPr id="98" name="Line 47"/>
          <p:cNvSpPr>
            <a:spLocks noChangeShapeType="1"/>
          </p:cNvSpPr>
          <p:nvPr/>
        </p:nvSpPr>
        <p:spPr bwMode="auto">
          <a:xfrm>
            <a:off x="3916326" y="3690922"/>
            <a:ext cx="457200" cy="0"/>
          </a:xfrm>
          <a:prstGeom prst="line">
            <a:avLst/>
          </a:prstGeom>
          <a:noFill/>
          <a:ln w="12700" cap="sq">
            <a:solidFill>
              <a:schemeClr val="tx1"/>
            </a:solidFill>
            <a:round/>
            <a:headEnd type="none" w="sm" len="sm"/>
            <a:tailEnd type="none" w="sm" len="sm"/>
          </a:ln>
          <a:effectLst/>
        </p:spPr>
        <p:txBody>
          <a:bodyPr wrap="none" lIns="90000" tIns="46800" rIns="90000" bIns="46800">
            <a:spAutoFit/>
          </a:bodyPr>
          <a:lstStyle/>
          <a:p>
            <a:endParaRPr lang="zh-CN" altLang="en-US"/>
          </a:p>
        </p:txBody>
      </p:sp>
      <p:sp>
        <p:nvSpPr>
          <p:cNvPr id="99" name="Line 48"/>
          <p:cNvSpPr>
            <a:spLocks noChangeShapeType="1"/>
          </p:cNvSpPr>
          <p:nvPr/>
        </p:nvSpPr>
        <p:spPr bwMode="auto">
          <a:xfrm>
            <a:off x="6202326" y="2319322"/>
            <a:ext cx="0" cy="1143000"/>
          </a:xfrm>
          <a:prstGeom prst="line">
            <a:avLst/>
          </a:prstGeom>
          <a:noFill/>
          <a:ln w="12700" cap="sq">
            <a:solidFill>
              <a:schemeClr val="tx1"/>
            </a:solidFill>
            <a:round/>
            <a:headEnd type="none" w="sm" len="sm"/>
            <a:tailEnd type="triangle" w="sm" len="sm"/>
          </a:ln>
          <a:effectLst/>
        </p:spPr>
        <p:txBody>
          <a:bodyPr wrap="none" lIns="90000" tIns="46800" rIns="90000" bIns="46800">
            <a:spAutoFit/>
          </a:bodyPr>
          <a:lstStyle/>
          <a:p>
            <a:endParaRPr lang="zh-CN" altLang="en-US"/>
          </a:p>
        </p:txBody>
      </p:sp>
      <p:sp>
        <p:nvSpPr>
          <p:cNvPr id="100" name="Line 49"/>
          <p:cNvSpPr>
            <a:spLocks noChangeShapeType="1"/>
          </p:cNvSpPr>
          <p:nvPr/>
        </p:nvSpPr>
        <p:spPr bwMode="auto">
          <a:xfrm>
            <a:off x="6202326" y="3919522"/>
            <a:ext cx="0" cy="685800"/>
          </a:xfrm>
          <a:prstGeom prst="line">
            <a:avLst/>
          </a:prstGeom>
          <a:noFill/>
          <a:ln w="12700" cap="sq">
            <a:solidFill>
              <a:schemeClr val="tx1"/>
            </a:solidFill>
            <a:round/>
            <a:headEnd type="none" w="sm" len="sm"/>
            <a:tailEnd type="triangle" w="sm" len="sm"/>
          </a:ln>
          <a:effectLst/>
        </p:spPr>
        <p:txBody>
          <a:bodyPr wrap="none" lIns="90000" tIns="46800" rIns="90000" bIns="46800">
            <a:spAutoFit/>
          </a:bodyPr>
          <a:lstStyle/>
          <a:p>
            <a:endParaRPr lang="zh-CN" altLang="en-US"/>
          </a:p>
        </p:txBody>
      </p:sp>
      <p:sp>
        <p:nvSpPr>
          <p:cNvPr id="101" name="Line 50"/>
          <p:cNvSpPr>
            <a:spLocks noChangeShapeType="1"/>
          </p:cNvSpPr>
          <p:nvPr/>
        </p:nvSpPr>
        <p:spPr bwMode="auto">
          <a:xfrm>
            <a:off x="6202326" y="4910122"/>
            <a:ext cx="0" cy="228600"/>
          </a:xfrm>
          <a:prstGeom prst="line">
            <a:avLst/>
          </a:prstGeom>
          <a:noFill/>
          <a:ln w="12700" cap="sq">
            <a:solidFill>
              <a:schemeClr val="tx1"/>
            </a:solidFill>
            <a:round/>
            <a:headEnd type="none" w="sm" len="sm"/>
            <a:tailEnd type="triangle" w="sm" len="sm"/>
          </a:ln>
          <a:effectLst/>
        </p:spPr>
        <p:txBody>
          <a:bodyPr wrap="none" lIns="90000" tIns="46800" rIns="90000" bIns="46800">
            <a:spAutoFit/>
          </a:bodyPr>
          <a:lstStyle/>
          <a:p>
            <a:endParaRPr lang="zh-CN" altLang="en-US"/>
          </a:p>
        </p:txBody>
      </p:sp>
      <p:cxnSp>
        <p:nvCxnSpPr>
          <p:cNvPr id="104" name="直接连接符 103"/>
          <p:cNvCxnSpPr/>
          <p:nvPr/>
        </p:nvCxnSpPr>
        <p:spPr>
          <a:xfrm>
            <a:off x="500034" y="1147750"/>
            <a:ext cx="807249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Click="0"/>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76180"/>
            <a:ext cx="3786214" cy="584301"/>
          </a:xfrm>
          <a:prstGeom prst="rect">
            <a:avLst/>
          </a:prstGeom>
          <a:noFill/>
        </p:spPr>
        <p:txBody>
          <a:bodyPr wrap="square" lIns="103163" tIns="51581" rIns="103163" bIns="51581" rtlCol="0">
            <a:spAutoFit/>
          </a:bodyPr>
          <a:lstStyle/>
          <a:p>
            <a:pPr lvl="0">
              <a:lnSpc>
                <a:spcPct val="130000"/>
              </a:lnSpc>
              <a:defRPr/>
            </a:pPr>
            <a:r>
              <a:rPr lang="en-US" altLang="zh-CN" sz="2400" b="1" dirty="0" smtClean="0">
                <a:solidFill>
                  <a:schemeClr val="bg1"/>
                </a:solidFill>
              </a:rPr>
              <a:t>2.2</a:t>
            </a:r>
            <a:r>
              <a:rPr lang="zh-CN" altLang="en-US" sz="2400" b="1" dirty="0" smtClean="0">
                <a:solidFill>
                  <a:schemeClr val="bg1"/>
                </a:solidFill>
              </a:rPr>
              <a:t>审核策划和准备阶段</a:t>
            </a:r>
            <a:endParaRPr lang="zh-CN" altLang="en-US" sz="2400" b="1" kern="0" dirty="0">
              <a:solidFill>
                <a:schemeClr val="bg1"/>
              </a:solidFill>
              <a:latin typeface="华文细黑" pitchFamily="2" charset="-122"/>
              <a:ea typeface="华文细黑" pitchFamily="2" charset="-122"/>
            </a:endParaRPr>
          </a:p>
        </p:txBody>
      </p:sp>
      <p:pic>
        <p:nvPicPr>
          <p:cNvPr id="9" name="Picture 4"/>
          <p:cNvPicPr>
            <a:picLocks noChangeAspect="1" noChangeArrowheads="1"/>
          </p:cNvPicPr>
          <p:nvPr/>
        </p:nvPicPr>
        <p:blipFill>
          <a:blip r:embed="rId2" cstate="print"/>
          <a:srcRect/>
          <a:stretch>
            <a:fillRect/>
          </a:stretch>
        </p:blipFill>
        <p:spPr bwMode="auto">
          <a:xfrm>
            <a:off x="5715008" y="2462230"/>
            <a:ext cx="3143272" cy="2900362"/>
          </a:xfrm>
          <a:prstGeom prst="rect">
            <a:avLst/>
          </a:prstGeom>
          <a:noFill/>
        </p:spPr>
      </p:pic>
      <p:sp>
        <p:nvSpPr>
          <p:cNvPr id="10" name="立方体 9"/>
          <p:cNvSpPr/>
          <p:nvPr/>
        </p:nvSpPr>
        <p:spPr>
          <a:xfrm>
            <a:off x="692137" y="1719254"/>
            <a:ext cx="2165351" cy="620713"/>
          </a:xfrm>
          <a:prstGeom prst="cube">
            <a:avLst>
              <a:gd name="adj" fmla="val 42396"/>
            </a:avLst>
          </a:prstGeom>
          <a:solidFill>
            <a:srgbClr val="4AA8C2"/>
          </a:solidFill>
          <a:ln w="12700" cap="flat" cmpd="sng" algn="ctr">
            <a:noFill/>
            <a:prstDash val="solid"/>
          </a:ln>
          <a:effectLst/>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1" name="任意多边形 10"/>
          <p:cNvSpPr/>
          <p:nvPr/>
        </p:nvSpPr>
        <p:spPr>
          <a:xfrm>
            <a:off x="287224" y="1957838"/>
            <a:ext cx="1784446" cy="2333184"/>
          </a:xfrm>
          <a:custGeom>
            <a:avLst/>
            <a:gdLst>
              <a:gd name="connsiteX0" fmla="*/ 266339 w 1764788"/>
              <a:gd name="connsiteY0" fmla="*/ 1384475 h 1844266"/>
              <a:gd name="connsiteX1" fmla="*/ 203546 w 1764788"/>
              <a:gd name="connsiteY1" fmla="*/ 1500210 h 1844266"/>
              <a:gd name="connsiteX2" fmla="*/ 1022270 w 1764788"/>
              <a:gd name="connsiteY2" fmla="*/ 1500210 h 1844266"/>
              <a:gd name="connsiteX3" fmla="*/ 1043597 w 1764788"/>
              <a:gd name="connsiteY3" fmla="*/ 1509044 h 1844266"/>
              <a:gd name="connsiteX4" fmla="*/ 1096331 w 1764788"/>
              <a:gd name="connsiteY4" fmla="*/ 1388011 h 1844266"/>
              <a:gd name="connsiteX5" fmla="*/ 274875 w 1764788"/>
              <a:gd name="connsiteY5" fmla="*/ 1388010 h 1844266"/>
              <a:gd name="connsiteX6" fmla="*/ 366671 w 1764788"/>
              <a:gd name="connsiteY6" fmla="*/ 1199549 h 1844266"/>
              <a:gd name="connsiteX7" fmla="*/ 309259 w 1764788"/>
              <a:gd name="connsiteY7" fmla="*/ 1305367 h 1844266"/>
              <a:gd name="connsiteX8" fmla="*/ 1096846 w 1764788"/>
              <a:gd name="connsiteY8" fmla="*/ 1305367 h 1844266"/>
              <a:gd name="connsiteX9" fmla="*/ 1126065 w 1764788"/>
              <a:gd name="connsiteY9" fmla="*/ 1317470 h 1844266"/>
              <a:gd name="connsiteX10" fmla="*/ 1126553 w 1764788"/>
              <a:gd name="connsiteY10" fmla="*/ 1318647 h 1844266"/>
              <a:gd name="connsiteX11" fmla="*/ 1178443 w 1764788"/>
              <a:gd name="connsiteY11" fmla="*/ 1199550 h 1844266"/>
              <a:gd name="connsiteX12" fmla="*/ 471281 w 1764788"/>
              <a:gd name="connsiteY12" fmla="*/ 1006740 h 1844266"/>
              <a:gd name="connsiteX13" fmla="*/ 411510 w 1764788"/>
              <a:gd name="connsiteY13" fmla="*/ 1116906 h 1844266"/>
              <a:gd name="connsiteX14" fmla="*/ 1184995 w 1764788"/>
              <a:gd name="connsiteY14" fmla="*/ 1116906 h 1844266"/>
              <a:gd name="connsiteX15" fmla="*/ 1209948 w 1764788"/>
              <a:gd name="connsiteY15" fmla="*/ 1127242 h 1844266"/>
              <a:gd name="connsiteX16" fmla="*/ 1262450 w 1764788"/>
              <a:gd name="connsiteY16" fmla="*/ 1006741 h 1844266"/>
              <a:gd name="connsiteX17" fmla="*/ 580254 w 1764788"/>
              <a:gd name="connsiteY17" fmla="*/ 805889 h 1844266"/>
              <a:gd name="connsiteX18" fmla="*/ 516120 w 1764788"/>
              <a:gd name="connsiteY18" fmla="*/ 924097 h 1844266"/>
              <a:gd name="connsiteX19" fmla="*/ 1278926 w 1764788"/>
              <a:gd name="connsiteY19" fmla="*/ 924097 h 1844266"/>
              <a:gd name="connsiteX20" fmla="*/ 1295472 w 1764788"/>
              <a:gd name="connsiteY20" fmla="*/ 930951 h 1844266"/>
              <a:gd name="connsiteX21" fmla="*/ 1348350 w 1764788"/>
              <a:gd name="connsiteY21" fmla="*/ 809586 h 1844266"/>
              <a:gd name="connsiteX22" fmla="*/ 589177 w 1764788"/>
              <a:gd name="connsiteY22" fmla="*/ 809585 h 1844266"/>
              <a:gd name="connsiteX23" fmla="*/ 682497 w 1764788"/>
              <a:gd name="connsiteY23" fmla="*/ 617441 h 1844266"/>
              <a:gd name="connsiteX24" fmla="*/ 623087 w 1764788"/>
              <a:gd name="connsiteY24" fmla="*/ 726942 h 1844266"/>
              <a:gd name="connsiteX25" fmla="*/ 1358207 w 1764788"/>
              <a:gd name="connsiteY25" fmla="*/ 726942 h 1844266"/>
              <a:gd name="connsiteX26" fmla="*/ 1380360 w 1764788"/>
              <a:gd name="connsiteY26" fmla="*/ 736118 h 1844266"/>
              <a:gd name="connsiteX27" fmla="*/ 1430342 w 1764788"/>
              <a:gd name="connsiteY27" fmla="*/ 621402 h 1844266"/>
              <a:gd name="connsiteX28" fmla="*/ 692058 w 1764788"/>
              <a:gd name="connsiteY28" fmla="*/ 621401 h 1844266"/>
              <a:gd name="connsiteX29" fmla="*/ 772212 w 1764788"/>
              <a:gd name="connsiteY29" fmla="*/ 452085 h 1844266"/>
              <a:gd name="connsiteX30" fmla="*/ 725187 w 1764788"/>
              <a:gd name="connsiteY30" fmla="*/ 538758 h 1844266"/>
              <a:gd name="connsiteX31" fmla="*/ 1440437 w 1764788"/>
              <a:gd name="connsiteY31" fmla="*/ 538758 h 1844266"/>
              <a:gd name="connsiteX32" fmla="*/ 1462388 w 1764788"/>
              <a:gd name="connsiteY32" fmla="*/ 547851 h 1844266"/>
              <a:gd name="connsiteX33" fmla="*/ 1504113 w 1764788"/>
              <a:gd name="connsiteY33" fmla="*/ 452086 h 1844266"/>
              <a:gd name="connsiteX34" fmla="*/ 948027 w 1764788"/>
              <a:gd name="connsiteY34" fmla="*/ 1225 h 1844266"/>
              <a:gd name="connsiteX35" fmla="*/ 970529 w 1764788"/>
              <a:gd name="connsiteY35" fmla="*/ 3582 h 1844266"/>
              <a:gd name="connsiteX36" fmla="*/ 979328 w 1764788"/>
              <a:gd name="connsiteY36" fmla="*/ 8357 h 1844266"/>
              <a:gd name="connsiteX37" fmla="*/ 991214 w 1764788"/>
              <a:gd name="connsiteY37" fmla="*/ 48437 h 1844266"/>
              <a:gd name="connsiteX38" fmla="*/ 817051 w 1764788"/>
              <a:gd name="connsiteY38" fmla="*/ 369442 h 1844266"/>
              <a:gd name="connsiteX39" fmla="*/ 1509024 w 1764788"/>
              <a:gd name="connsiteY39" fmla="*/ 369442 h 1844266"/>
              <a:gd name="connsiteX40" fmla="*/ 1535367 w 1764788"/>
              <a:gd name="connsiteY40" fmla="*/ 380354 h 1844266"/>
              <a:gd name="connsiteX41" fmla="*/ 1690663 w 1764788"/>
              <a:gd name="connsiteY41" fmla="*/ 23922 h 1844266"/>
              <a:gd name="connsiteX42" fmla="*/ 1734464 w 1764788"/>
              <a:gd name="connsiteY42" fmla="*/ 6707 h 1844266"/>
              <a:gd name="connsiteX43" fmla="*/ 1744794 w 1764788"/>
              <a:gd name="connsiteY43" fmla="*/ 11207 h 1844266"/>
              <a:gd name="connsiteX44" fmla="*/ 1762010 w 1764788"/>
              <a:gd name="connsiteY44" fmla="*/ 55008 h 1844266"/>
              <a:gd name="connsiteX45" fmla="*/ 991143 w 1764788"/>
              <a:gd name="connsiteY45" fmla="*/ 1824272 h 1844266"/>
              <a:gd name="connsiteX46" fmla="*/ 947342 w 1764788"/>
              <a:gd name="connsiteY46" fmla="*/ 1841488 h 1844266"/>
              <a:gd name="connsiteX47" fmla="*/ 937012 w 1764788"/>
              <a:gd name="connsiteY47" fmla="*/ 1836987 h 1844266"/>
              <a:gd name="connsiteX48" fmla="*/ 919797 w 1764788"/>
              <a:gd name="connsiteY48" fmla="*/ 1793186 h 1844266"/>
              <a:gd name="connsiteX49" fmla="*/ 1011438 w 1764788"/>
              <a:gd name="connsiteY49" fmla="*/ 1582854 h 1844266"/>
              <a:gd name="connsiteX50" fmla="*/ 181299 w 1764788"/>
              <a:gd name="connsiteY50" fmla="*/ 1582853 h 1844266"/>
              <a:gd name="connsiteX51" fmla="*/ 162853 w 1764788"/>
              <a:gd name="connsiteY51" fmla="*/ 1575213 h 1844266"/>
              <a:gd name="connsiteX52" fmla="*/ 64349 w 1764788"/>
              <a:gd name="connsiteY52" fmla="*/ 1756769 h 1844266"/>
              <a:gd name="connsiteX53" fmla="*/ 24268 w 1764788"/>
              <a:gd name="connsiteY53" fmla="*/ 1768655 h 1844266"/>
              <a:gd name="connsiteX54" fmla="*/ 15469 w 1764788"/>
              <a:gd name="connsiteY54" fmla="*/ 1763881 h 1844266"/>
              <a:gd name="connsiteX55" fmla="*/ 3583 w 1764788"/>
              <a:gd name="connsiteY55" fmla="*/ 1723800 h 1844266"/>
              <a:gd name="connsiteX56" fmla="*/ 930448 w 1764788"/>
              <a:gd name="connsiteY56" fmla="*/ 15468 h 1844266"/>
              <a:gd name="connsiteX57" fmla="*/ 948027 w 1764788"/>
              <a:gd name="connsiteY57" fmla="*/ 1225 h 184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64788" h="1844266">
                <a:moveTo>
                  <a:pt x="266339" y="1384475"/>
                </a:moveTo>
                <a:lnTo>
                  <a:pt x="203546" y="1500210"/>
                </a:lnTo>
                <a:lnTo>
                  <a:pt x="1022270" y="1500210"/>
                </a:lnTo>
                <a:lnTo>
                  <a:pt x="1043597" y="1509044"/>
                </a:lnTo>
                <a:lnTo>
                  <a:pt x="1096331" y="1388011"/>
                </a:lnTo>
                <a:lnTo>
                  <a:pt x="274875" y="1388010"/>
                </a:lnTo>
                <a:close/>
                <a:moveTo>
                  <a:pt x="366671" y="1199549"/>
                </a:moveTo>
                <a:lnTo>
                  <a:pt x="309259" y="1305367"/>
                </a:lnTo>
                <a:lnTo>
                  <a:pt x="1096846" y="1305367"/>
                </a:lnTo>
                <a:cubicBezTo>
                  <a:pt x="1108257" y="1305367"/>
                  <a:pt x="1118588" y="1309992"/>
                  <a:pt x="1126065" y="1317470"/>
                </a:cubicBezTo>
                <a:lnTo>
                  <a:pt x="1126553" y="1318647"/>
                </a:lnTo>
                <a:lnTo>
                  <a:pt x="1178443" y="1199550"/>
                </a:lnTo>
                <a:close/>
                <a:moveTo>
                  <a:pt x="471281" y="1006740"/>
                </a:moveTo>
                <a:lnTo>
                  <a:pt x="411510" y="1116906"/>
                </a:lnTo>
                <a:lnTo>
                  <a:pt x="1184995" y="1116906"/>
                </a:lnTo>
                <a:lnTo>
                  <a:pt x="1209948" y="1127242"/>
                </a:lnTo>
                <a:lnTo>
                  <a:pt x="1262450" y="1006741"/>
                </a:lnTo>
                <a:close/>
                <a:moveTo>
                  <a:pt x="580254" y="805889"/>
                </a:moveTo>
                <a:lnTo>
                  <a:pt x="516120" y="924097"/>
                </a:lnTo>
                <a:lnTo>
                  <a:pt x="1278926" y="924097"/>
                </a:lnTo>
                <a:lnTo>
                  <a:pt x="1295472" y="930951"/>
                </a:lnTo>
                <a:lnTo>
                  <a:pt x="1348350" y="809586"/>
                </a:lnTo>
                <a:lnTo>
                  <a:pt x="589177" y="809585"/>
                </a:lnTo>
                <a:close/>
                <a:moveTo>
                  <a:pt x="682497" y="617441"/>
                </a:moveTo>
                <a:lnTo>
                  <a:pt x="623087" y="726942"/>
                </a:lnTo>
                <a:lnTo>
                  <a:pt x="1358207" y="726942"/>
                </a:lnTo>
                <a:lnTo>
                  <a:pt x="1380360" y="736118"/>
                </a:lnTo>
                <a:lnTo>
                  <a:pt x="1430342" y="621402"/>
                </a:lnTo>
                <a:lnTo>
                  <a:pt x="692058" y="621401"/>
                </a:lnTo>
                <a:close/>
                <a:moveTo>
                  <a:pt x="772212" y="452085"/>
                </a:moveTo>
                <a:lnTo>
                  <a:pt x="725187" y="538758"/>
                </a:lnTo>
                <a:lnTo>
                  <a:pt x="1440437" y="538758"/>
                </a:lnTo>
                <a:lnTo>
                  <a:pt x="1462388" y="547851"/>
                </a:lnTo>
                <a:lnTo>
                  <a:pt x="1504113" y="452086"/>
                </a:lnTo>
                <a:close/>
                <a:moveTo>
                  <a:pt x="948027" y="1225"/>
                </a:moveTo>
                <a:cubicBezTo>
                  <a:pt x="955280" y="-926"/>
                  <a:pt x="963354" y="-310"/>
                  <a:pt x="970529" y="3582"/>
                </a:cubicBezTo>
                <a:lnTo>
                  <a:pt x="979328" y="8357"/>
                </a:lnTo>
                <a:cubicBezTo>
                  <a:pt x="993678" y="16142"/>
                  <a:pt x="999000" y="34087"/>
                  <a:pt x="991214" y="48437"/>
                </a:cubicBezTo>
                <a:lnTo>
                  <a:pt x="817051" y="369442"/>
                </a:lnTo>
                <a:lnTo>
                  <a:pt x="1509024" y="369442"/>
                </a:lnTo>
                <a:lnTo>
                  <a:pt x="1535367" y="380354"/>
                </a:lnTo>
                <a:lnTo>
                  <a:pt x="1690663" y="23922"/>
                </a:lnTo>
                <a:cubicBezTo>
                  <a:pt x="1698005" y="7073"/>
                  <a:pt x="1717615" y="-635"/>
                  <a:pt x="1734464" y="6707"/>
                </a:cubicBezTo>
                <a:lnTo>
                  <a:pt x="1744794" y="11207"/>
                </a:lnTo>
                <a:cubicBezTo>
                  <a:pt x="1761643" y="18549"/>
                  <a:pt x="1769351" y="38159"/>
                  <a:pt x="1762010" y="55008"/>
                </a:cubicBezTo>
                <a:lnTo>
                  <a:pt x="991143" y="1824272"/>
                </a:lnTo>
                <a:cubicBezTo>
                  <a:pt x="983802" y="1841121"/>
                  <a:pt x="964192" y="1848829"/>
                  <a:pt x="947342" y="1841488"/>
                </a:cubicBezTo>
                <a:lnTo>
                  <a:pt x="937012" y="1836987"/>
                </a:lnTo>
                <a:cubicBezTo>
                  <a:pt x="920163" y="1829646"/>
                  <a:pt x="912456" y="1810036"/>
                  <a:pt x="919797" y="1793186"/>
                </a:cubicBezTo>
                <a:lnTo>
                  <a:pt x="1011438" y="1582854"/>
                </a:lnTo>
                <a:lnTo>
                  <a:pt x="181299" y="1582853"/>
                </a:lnTo>
                <a:lnTo>
                  <a:pt x="162853" y="1575213"/>
                </a:lnTo>
                <a:lnTo>
                  <a:pt x="64349" y="1756769"/>
                </a:lnTo>
                <a:cubicBezTo>
                  <a:pt x="56563" y="1771119"/>
                  <a:pt x="38618" y="1776440"/>
                  <a:pt x="24268" y="1768655"/>
                </a:cubicBezTo>
                <a:lnTo>
                  <a:pt x="15469" y="1763881"/>
                </a:lnTo>
                <a:cubicBezTo>
                  <a:pt x="1119" y="1756095"/>
                  <a:pt x="-4203" y="1738150"/>
                  <a:pt x="3583" y="1723800"/>
                </a:cubicBezTo>
                <a:lnTo>
                  <a:pt x="930448" y="15468"/>
                </a:lnTo>
                <a:cubicBezTo>
                  <a:pt x="934341" y="8293"/>
                  <a:pt x="940774" y="3375"/>
                  <a:pt x="948027" y="1225"/>
                </a:cubicBezTo>
                <a:close/>
              </a:path>
            </a:pathLst>
          </a:custGeom>
          <a:solidFill>
            <a:sysClr val="window" lastClr="FFFFFF">
              <a:lumMod val="75000"/>
            </a:sysClr>
          </a:solidFill>
          <a:ln w="25400" cap="flat" cmpd="sng" algn="ctr">
            <a:noFill/>
            <a:prstDash val="solid"/>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5" name="TextBox 66"/>
          <p:cNvSpPr txBox="1"/>
          <p:nvPr/>
        </p:nvSpPr>
        <p:spPr>
          <a:xfrm>
            <a:off x="2571736" y="2592434"/>
            <a:ext cx="2225675" cy="2412968"/>
          </a:xfrm>
          <a:prstGeom prst="rect">
            <a:avLst/>
          </a:prstGeom>
          <a:noFill/>
        </p:spPr>
        <p:txBody>
          <a:bodyPr wrap="square">
            <a:spAutoFit/>
          </a:bodyPr>
          <a:lstStyle/>
          <a:p>
            <a:pPr lvl="0" indent="-386860">
              <a:lnSpc>
                <a:spcPct val="130000"/>
              </a:lnSpc>
              <a:defRPr/>
            </a:pPr>
            <a:r>
              <a:rPr lang="zh-CN" altLang="en-US" kern="0" dirty="0" smtClean="0">
                <a:solidFill>
                  <a:srgbClr val="5FB2C9"/>
                </a:solidFill>
                <a:latin typeface="微软雅黑" pitchFamily="34" charset="-122"/>
                <a:ea typeface="微软雅黑" pitchFamily="34" charset="-122"/>
              </a:rPr>
              <a:t>审核的策划与准备：</a:t>
            </a:r>
          </a:p>
          <a:p>
            <a:pPr lvl="0"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组成审核组</a:t>
            </a:r>
          </a:p>
          <a:p>
            <a:pPr lvl="0"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审核范围的确定</a:t>
            </a:r>
          </a:p>
          <a:p>
            <a:pPr lvl="0"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文件审查</a:t>
            </a:r>
          </a:p>
          <a:p>
            <a:pPr lvl="0"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初访</a:t>
            </a:r>
            <a:r>
              <a:rPr lang="en-US" altLang="zh-CN" sz="1600" dirty="0" smtClean="0">
                <a:solidFill>
                  <a:srgbClr val="5C5C5C"/>
                </a:solidFill>
                <a:latin typeface="微软雅黑" pitchFamily="34" charset="-122"/>
                <a:ea typeface="微软雅黑" pitchFamily="34" charset="-122"/>
              </a:rPr>
              <a:t>(</a:t>
            </a:r>
            <a:r>
              <a:rPr lang="zh-CN" altLang="en-US" sz="1600" dirty="0" smtClean="0">
                <a:solidFill>
                  <a:srgbClr val="5C5C5C"/>
                </a:solidFill>
                <a:latin typeface="微软雅黑" pitchFamily="34" charset="-122"/>
                <a:ea typeface="微软雅黑" pitchFamily="34" charset="-122"/>
              </a:rPr>
              <a:t>必要时</a:t>
            </a:r>
            <a:r>
              <a:rPr lang="en-US" altLang="zh-CN" sz="1600" dirty="0" smtClean="0">
                <a:solidFill>
                  <a:srgbClr val="5C5C5C"/>
                </a:solidFill>
                <a:latin typeface="微软雅黑" pitchFamily="34" charset="-122"/>
                <a:ea typeface="微软雅黑" pitchFamily="34" charset="-122"/>
              </a:rPr>
              <a:t>)</a:t>
            </a:r>
          </a:p>
          <a:p>
            <a:pPr lvl="0"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制定审核计划</a:t>
            </a:r>
          </a:p>
          <a:p>
            <a:pPr lvl="0"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编制检查表</a:t>
            </a:r>
          </a:p>
        </p:txBody>
      </p:sp>
      <p:sp>
        <p:nvSpPr>
          <p:cNvPr id="16" name="TextBox 15"/>
          <p:cNvSpPr txBox="1"/>
          <p:nvPr/>
        </p:nvSpPr>
        <p:spPr>
          <a:xfrm>
            <a:off x="1142976" y="1290626"/>
            <a:ext cx="1643074" cy="400110"/>
          </a:xfrm>
          <a:prstGeom prst="rect">
            <a:avLst/>
          </a:prstGeom>
          <a:noFill/>
        </p:spPr>
        <p:txBody>
          <a:bodyPr wrap="square" rtlCol="0">
            <a:spAutoFit/>
          </a:bodyPr>
          <a:lstStyle/>
          <a:p>
            <a:r>
              <a:rPr lang="zh-CN" altLang="en-US" kern="0" dirty="0" smtClean="0">
                <a:solidFill>
                  <a:srgbClr val="5FB2C9"/>
                </a:solidFill>
                <a:latin typeface="微软雅黑" pitchFamily="34" charset="-122"/>
                <a:ea typeface="微软雅黑" pitchFamily="34" charset="-122"/>
              </a:rPr>
              <a:t>第一阶段</a:t>
            </a:r>
          </a:p>
        </p:txBody>
      </p:sp>
      <p:sp>
        <p:nvSpPr>
          <p:cNvPr id="17" name="矩形 16"/>
          <p:cNvSpPr/>
          <p:nvPr/>
        </p:nvSpPr>
        <p:spPr>
          <a:xfrm>
            <a:off x="3214678" y="733239"/>
            <a:ext cx="5715040" cy="1334533"/>
          </a:xfrm>
          <a:prstGeom prst="rect">
            <a:avLst/>
          </a:prstGeom>
        </p:spPr>
        <p:txBody>
          <a:bodyPr wrap="square">
            <a:spAutoFit/>
          </a:bodyPr>
          <a:lstStyle/>
          <a:p>
            <a:pPr>
              <a:lnSpc>
                <a:spcPct val="150000"/>
              </a:lnSpc>
            </a:pPr>
            <a:r>
              <a:rPr lang="zh-CN" altLang="en-US" sz="1400" b="1" dirty="0" smtClean="0">
                <a:latin typeface="楷体_GB2312" pitchFamily="49" charset="-122"/>
                <a:ea typeface="楷体_GB2312" pitchFamily="49" charset="-122"/>
              </a:rPr>
              <a:t>审核策划：</a:t>
            </a:r>
            <a:r>
              <a:rPr lang="zh-CN" altLang="en-US" sz="1400" dirty="0" smtClean="0">
                <a:latin typeface="楷体_GB2312" pitchFamily="49" charset="-122"/>
                <a:ea typeface="楷体_GB2312" pitchFamily="49" charset="-122"/>
              </a:rPr>
              <a:t>即一个组织对其内部在一年内应进行的所有审核活动作出安排，审核策划的结果形成文件就是审核方案。</a:t>
            </a:r>
          </a:p>
          <a:p>
            <a:pPr>
              <a:lnSpc>
                <a:spcPct val="150000"/>
              </a:lnSpc>
            </a:pPr>
            <a:r>
              <a:rPr lang="zh-CN" altLang="en-US" sz="1400" dirty="0" smtClean="0">
                <a:latin typeface="楷体_GB2312" pitchFamily="49" charset="-122"/>
                <a:ea typeface="楷体_GB2312" pitchFamily="49" charset="-122"/>
              </a:rPr>
              <a:t>   最高管理者授权审核方案的管理人员，可以是理者代表，也可以是质管部门负责人。其职责是制定、实施、监视、评审与改进审核方案。</a:t>
            </a:r>
            <a:endParaRPr lang="zh-CN" altLang="en-US" sz="1400" dirty="0">
              <a:latin typeface="楷体_GB2312" pitchFamily="49" charset="-122"/>
              <a:ea typeface="楷体_GB2312" pitchFamily="49" charset="-122"/>
            </a:endParaRPr>
          </a:p>
        </p:txBody>
      </p:sp>
    </p:spTree>
  </p:cSld>
  <p:clrMapOvr>
    <a:masterClrMapping/>
  </p:clrMapOvr>
  <p:transition advClick="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76180"/>
            <a:ext cx="3214710" cy="461665"/>
          </a:xfrm>
          <a:prstGeom prst="rect">
            <a:avLst/>
          </a:prstGeom>
          <a:noFill/>
        </p:spPr>
        <p:txBody>
          <a:bodyPr wrap="square" rtlCol="0">
            <a:spAutoFit/>
          </a:bodyPr>
          <a:lstStyle/>
          <a:p>
            <a:r>
              <a:rPr lang="en-US" altLang="zh-CN" sz="2400" b="1" dirty="0" smtClean="0">
                <a:solidFill>
                  <a:schemeClr val="bg1"/>
                </a:solidFill>
                <a:latin typeface="宋体" pitchFamily="2" charset="-122"/>
                <a:ea typeface="宋体" pitchFamily="2" charset="-122"/>
              </a:rPr>
              <a:t>2.3</a:t>
            </a:r>
            <a:r>
              <a:rPr lang="zh-CN" altLang="en-US" sz="2400" b="1" dirty="0" smtClean="0">
                <a:solidFill>
                  <a:schemeClr val="bg1"/>
                </a:solidFill>
                <a:latin typeface="宋体" pitchFamily="2" charset="-122"/>
                <a:ea typeface="宋体" pitchFamily="2" charset="-122"/>
              </a:rPr>
              <a:t>组成审核组</a:t>
            </a:r>
          </a:p>
        </p:txBody>
      </p:sp>
      <p:sp>
        <p:nvSpPr>
          <p:cNvPr id="7" name="矩形 6"/>
          <p:cNvSpPr/>
          <p:nvPr/>
        </p:nvSpPr>
        <p:spPr>
          <a:xfrm>
            <a:off x="428596" y="647684"/>
            <a:ext cx="8215370" cy="1631216"/>
          </a:xfrm>
          <a:prstGeom prst="rect">
            <a:avLst/>
          </a:prstGeom>
        </p:spPr>
        <p:txBody>
          <a:bodyPr wrap="square">
            <a:spAutoFit/>
          </a:bodyPr>
          <a:lstStyle/>
          <a:p>
            <a:pPr>
              <a:lnSpc>
                <a:spcPts val="3000"/>
              </a:lnSpc>
            </a:pPr>
            <a:r>
              <a:rPr lang="zh-CN" altLang="en-US" sz="1800" dirty="0" smtClean="0">
                <a:solidFill>
                  <a:srgbClr val="0070C0"/>
                </a:solidFill>
              </a:rPr>
              <a:t>     </a:t>
            </a:r>
            <a:r>
              <a:rPr lang="zh-CN" altLang="en-US" b="1" dirty="0" smtClean="0">
                <a:solidFill>
                  <a:srgbClr val="0070C0"/>
                </a:solidFill>
              </a:rPr>
              <a:t>内审时由组织的最高管理者或管理者代表任命审核组。</a:t>
            </a:r>
            <a:endParaRPr lang="en-US" altLang="zh-CN" sz="1800" b="1" dirty="0" smtClean="0">
              <a:solidFill>
                <a:srgbClr val="0070C0"/>
              </a:solidFill>
            </a:endParaRPr>
          </a:p>
          <a:p>
            <a:pPr>
              <a:lnSpc>
                <a:spcPts val="3000"/>
              </a:lnSpc>
              <a:buFontTx/>
              <a:buNone/>
            </a:pPr>
            <a:r>
              <a:rPr lang="zh-CN" altLang="en-US" sz="1800" dirty="0" smtClean="0"/>
              <a:t>审核组的组成：</a:t>
            </a:r>
          </a:p>
          <a:p>
            <a:pPr marL="266700" indent="-266700">
              <a:lnSpc>
                <a:spcPts val="3000"/>
              </a:lnSpc>
              <a:buFont typeface="Wingdings" pitchFamily="2" charset="2"/>
              <a:buChar char="Ø"/>
            </a:pPr>
            <a:r>
              <a:rPr lang="zh-CN" altLang="en-US" sz="1800" dirty="0" smtClean="0"/>
              <a:t>审核组长          除承担审核任务外还需管理审核工作。</a:t>
            </a:r>
          </a:p>
          <a:p>
            <a:pPr>
              <a:lnSpc>
                <a:spcPts val="3000"/>
              </a:lnSpc>
              <a:buFont typeface="Wingdings" pitchFamily="2" charset="2"/>
              <a:buChar char="Ø"/>
            </a:pPr>
            <a:r>
              <a:rPr lang="zh-CN" altLang="en-US" sz="1800" dirty="0" smtClean="0"/>
              <a:t> 审核员               在审核组长的指导下进行审核。</a:t>
            </a:r>
            <a:endParaRPr lang="zh-CN" altLang="en-US" dirty="0"/>
          </a:p>
        </p:txBody>
      </p:sp>
      <p:graphicFrame>
        <p:nvGraphicFramePr>
          <p:cNvPr id="10" name="表格 9"/>
          <p:cNvGraphicFramePr>
            <a:graphicFrameLocks noGrp="1"/>
          </p:cNvGraphicFramePr>
          <p:nvPr/>
        </p:nvGraphicFramePr>
        <p:xfrm>
          <a:off x="500034" y="2290758"/>
          <a:ext cx="8143932" cy="3310619"/>
        </p:xfrm>
        <a:graphic>
          <a:graphicData uri="http://schemas.openxmlformats.org/drawingml/2006/table">
            <a:tbl>
              <a:tblPr firstRow="1" bandRow="1">
                <a:tableStyleId>{5C22544A-7EE6-4342-B048-85BDC9FD1C3A}</a:tableStyleId>
              </a:tblPr>
              <a:tblGrid>
                <a:gridCol w="4071966"/>
                <a:gridCol w="4071966"/>
              </a:tblGrid>
              <a:tr h="402827">
                <a:tc>
                  <a:txBody>
                    <a:bodyPr/>
                    <a:lstStyle/>
                    <a:p>
                      <a:pPr marL="0" marR="0" indent="0" algn="ctr" defTabSz="1031626" rtl="0" eaLnBrk="1" fontAlgn="auto" latinLnBrk="0" hangingPunct="1">
                        <a:lnSpc>
                          <a:spcPct val="100000"/>
                        </a:lnSpc>
                        <a:spcBef>
                          <a:spcPts val="0"/>
                        </a:spcBef>
                        <a:spcAft>
                          <a:spcPts val="0"/>
                        </a:spcAft>
                        <a:buClrTx/>
                        <a:buSzTx/>
                        <a:buFontTx/>
                        <a:buNone/>
                        <a:tabLst/>
                        <a:defRPr/>
                      </a:pPr>
                      <a:r>
                        <a:rPr lang="zh-CN" altLang="en-US" sz="2000" b="1" dirty="0" smtClean="0"/>
                        <a:t>审核员的职责：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1031626" rtl="0" eaLnBrk="1" fontAlgn="auto" latinLnBrk="0" hangingPunct="1">
                        <a:lnSpc>
                          <a:spcPct val="100000"/>
                        </a:lnSpc>
                        <a:spcBef>
                          <a:spcPts val="0"/>
                        </a:spcBef>
                        <a:spcAft>
                          <a:spcPts val="0"/>
                        </a:spcAft>
                        <a:buClrTx/>
                        <a:buSzTx/>
                        <a:buFontTx/>
                        <a:buNone/>
                        <a:tabLst/>
                        <a:defRPr/>
                      </a:pPr>
                      <a:r>
                        <a:rPr lang="zh-CN" altLang="en-US" sz="2000" b="1" dirty="0" smtClean="0"/>
                        <a:t>审核组长的职责：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841645">
                <a:tc>
                  <a:txBody>
                    <a:bodyPr/>
                    <a:lstStyle/>
                    <a:p>
                      <a:pPr algn="l">
                        <a:lnSpc>
                          <a:spcPct val="120000"/>
                        </a:lnSpc>
                        <a:buFont typeface="Wingdings" pitchFamily="2" charset="2"/>
                        <a:buChar char="Ø"/>
                      </a:pPr>
                      <a:r>
                        <a:rPr lang="zh-CN" altLang="en-US" sz="1400" dirty="0" smtClean="0"/>
                        <a:t>编制检查表、寻找证据，作好记录</a:t>
                      </a:r>
                    </a:p>
                    <a:p>
                      <a:pPr algn="l">
                        <a:lnSpc>
                          <a:spcPct val="120000"/>
                        </a:lnSpc>
                        <a:buFont typeface="Wingdings" pitchFamily="2" charset="2"/>
                        <a:buChar char="Ø"/>
                      </a:pPr>
                      <a:r>
                        <a:rPr lang="zh-CN" altLang="en-US" sz="1400" dirty="0" smtClean="0"/>
                        <a:t>报告与交流</a:t>
                      </a:r>
                    </a:p>
                    <a:p>
                      <a:pPr marL="447675" indent="-266700" algn="l">
                        <a:lnSpc>
                          <a:spcPct val="120000"/>
                        </a:lnSpc>
                        <a:buFont typeface="+mj-lt"/>
                        <a:buAutoNum type="alphaLcParenR"/>
                      </a:pPr>
                      <a:r>
                        <a:rPr lang="zh-CN" altLang="en-US" sz="1400" dirty="0" smtClean="0"/>
                        <a:t>每阶段的事实和结果</a:t>
                      </a:r>
                    </a:p>
                    <a:p>
                      <a:pPr marL="447675" indent="-266700" algn="l">
                        <a:lnSpc>
                          <a:spcPct val="120000"/>
                        </a:lnSpc>
                        <a:buFont typeface="+mj-lt"/>
                        <a:buAutoNum type="alphaLcParenR"/>
                      </a:pPr>
                      <a:r>
                        <a:rPr lang="zh-CN" altLang="en-US" sz="1400" dirty="0" smtClean="0"/>
                        <a:t>发现的问题</a:t>
                      </a:r>
                    </a:p>
                    <a:p>
                      <a:pPr marL="447675" indent="-266700" algn="l">
                        <a:lnSpc>
                          <a:spcPct val="120000"/>
                        </a:lnSpc>
                        <a:buFont typeface="+mj-lt"/>
                        <a:buAutoNum type="alphaLcParenR"/>
                      </a:pPr>
                      <a:r>
                        <a:rPr lang="zh-CN" altLang="en-US" sz="1400" dirty="0" smtClean="0"/>
                        <a:t>偏离计划的情况</a:t>
                      </a:r>
                    </a:p>
                    <a:p>
                      <a:pPr marL="447675" indent="-266700" algn="l">
                        <a:lnSpc>
                          <a:spcPct val="120000"/>
                        </a:lnSpc>
                        <a:buFont typeface="+mj-lt"/>
                        <a:buAutoNum type="alphaLcParenR"/>
                      </a:pPr>
                      <a:r>
                        <a:rPr lang="zh-CN" altLang="en-US" sz="1400" dirty="0" smtClean="0"/>
                        <a:t>不合格的判定与说明</a:t>
                      </a:r>
                    </a:p>
                    <a:p>
                      <a:pPr algn="l">
                        <a:lnSpc>
                          <a:spcPct val="120000"/>
                        </a:lnSpc>
                        <a:buFont typeface="Wingdings" pitchFamily="2" charset="2"/>
                        <a:buChar char="Ø"/>
                      </a:pPr>
                      <a:r>
                        <a:rPr lang="zh-CN" altLang="en-US" sz="1400" dirty="0" smtClean="0"/>
                        <a:t>配合和支持</a:t>
                      </a:r>
                    </a:p>
                    <a:p>
                      <a:pPr marL="447675" indent="-266700" algn="l">
                        <a:lnSpc>
                          <a:spcPct val="120000"/>
                        </a:lnSpc>
                        <a:buFont typeface="+mj-lt"/>
                        <a:buAutoNum type="alphaLcParenR"/>
                      </a:pPr>
                      <a:r>
                        <a:rPr lang="zh-CN" altLang="en-US" sz="1400" dirty="0" smtClean="0"/>
                        <a:t>组内工作配合</a:t>
                      </a:r>
                    </a:p>
                    <a:p>
                      <a:pPr marL="447675" indent="-266700" algn="l">
                        <a:lnSpc>
                          <a:spcPct val="120000"/>
                        </a:lnSpc>
                        <a:buFont typeface="+mj-lt"/>
                        <a:buAutoNum type="alphaLcParenR"/>
                      </a:pPr>
                      <a:r>
                        <a:rPr lang="zh-CN" altLang="en-US" sz="1400" dirty="0" smtClean="0"/>
                        <a:t>支持组长工作</a:t>
                      </a:r>
                    </a:p>
                    <a:p>
                      <a:pPr marL="447675" indent="-266700" algn="l">
                        <a:lnSpc>
                          <a:spcPct val="120000"/>
                        </a:lnSpc>
                        <a:buFont typeface="+mj-lt"/>
                        <a:buAutoNum type="alphaLcParenR"/>
                      </a:pPr>
                      <a:r>
                        <a:rPr lang="zh-CN" altLang="en-US" sz="1400" dirty="0" smtClean="0"/>
                        <a:t>服从组长决定</a:t>
                      </a:r>
                    </a:p>
                    <a:p>
                      <a:pPr algn="l">
                        <a:lnSpc>
                          <a:spcPct val="120000"/>
                        </a:lnSpc>
                        <a:buFont typeface="Wingdings" pitchFamily="2" charset="2"/>
                        <a:buChar char="Ø"/>
                      </a:pPr>
                      <a:r>
                        <a:rPr lang="zh-CN" altLang="en-US" sz="1400" dirty="0" smtClean="0"/>
                        <a:t>验证纠正措施的有效性</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180975" algn="l">
                        <a:lnSpc>
                          <a:spcPct val="120000"/>
                        </a:lnSpc>
                        <a:buFont typeface="Wingdings" pitchFamily="2" charset="2"/>
                        <a:buChar char="Ø"/>
                      </a:pPr>
                      <a:r>
                        <a:rPr lang="zh-CN" altLang="en-US" sz="1400" dirty="0" smtClean="0"/>
                        <a:t>文件审查</a:t>
                      </a:r>
                    </a:p>
                    <a:p>
                      <a:pPr marL="0" indent="180975" algn="l">
                        <a:lnSpc>
                          <a:spcPct val="120000"/>
                        </a:lnSpc>
                        <a:buFont typeface="Wingdings" pitchFamily="2" charset="2"/>
                        <a:buChar char="Ø"/>
                      </a:pPr>
                      <a:r>
                        <a:rPr lang="zh-CN" altLang="en-US" sz="1400" dirty="0" smtClean="0"/>
                        <a:t>资源策划（审核人员、时间、计划安排、准备工作文件、指导编制审核检查表）</a:t>
                      </a:r>
                    </a:p>
                    <a:p>
                      <a:pPr marL="0" indent="180975" algn="l">
                        <a:lnSpc>
                          <a:spcPct val="120000"/>
                        </a:lnSpc>
                        <a:buFont typeface="Wingdings" pitchFamily="2" charset="2"/>
                        <a:buChar char="Ø"/>
                      </a:pPr>
                      <a:r>
                        <a:rPr lang="zh-CN" altLang="en-US" sz="1400" dirty="0" smtClean="0"/>
                        <a:t>任务分配</a:t>
                      </a:r>
                    </a:p>
                    <a:p>
                      <a:pPr marL="0" indent="180975" algn="l">
                        <a:lnSpc>
                          <a:spcPct val="120000"/>
                        </a:lnSpc>
                        <a:buFont typeface="Wingdings" pitchFamily="2" charset="2"/>
                        <a:buChar char="Ø"/>
                      </a:pPr>
                      <a:r>
                        <a:rPr lang="zh-CN" altLang="en-US" sz="1400" dirty="0" smtClean="0"/>
                        <a:t>审核控制</a:t>
                      </a:r>
                    </a:p>
                    <a:p>
                      <a:pPr marL="0" indent="180975" algn="l">
                        <a:lnSpc>
                          <a:spcPct val="120000"/>
                        </a:lnSpc>
                        <a:buFont typeface="Wingdings" pitchFamily="2" charset="2"/>
                        <a:buChar char="Ø"/>
                      </a:pPr>
                      <a:r>
                        <a:rPr lang="zh-CN" altLang="en-US" sz="1400" dirty="0" smtClean="0"/>
                        <a:t>协调沟通</a:t>
                      </a:r>
                    </a:p>
                    <a:p>
                      <a:pPr marL="0" indent="180975" algn="l">
                        <a:lnSpc>
                          <a:spcPct val="120000"/>
                        </a:lnSpc>
                        <a:buFont typeface="Wingdings" pitchFamily="2" charset="2"/>
                        <a:buChar char="Ø"/>
                      </a:pPr>
                      <a:r>
                        <a:rPr lang="zh-CN" altLang="en-US" sz="1400" dirty="0" smtClean="0"/>
                        <a:t>确定评价 </a:t>
                      </a:r>
                    </a:p>
                    <a:p>
                      <a:pPr marL="0" indent="180975" algn="l">
                        <a:lnSpc>
                          <a:spcPct val="120000"/>
                        </a:lnSpc>
                        <a:buFont typeface="Wingdings" pitchFamily="2" charset="2"/>
                        <a:buChar char="Ø"/>
                      </a:pPr>
                      <a:r>
                        <a:rPr lang="zh-CN" altLang="en-US" sz="1400" dirty="0" smtClean="0"/>
                        <a:t>报告结果</a:t>
                      </a:r>
                    </a:p>
                    <a:p>
                      <a:pPr marL="0" indent="180975" algn="l">
                        <a:lnSpc>
                          <a:spcPct val="120000"/>
                        </a:lnSpc>
                        <a:buFont typeface="Wingdings" pitchFamily="2" charset="2"/>
                        <a:buChar char="Ø"/>
                      </a:pPr>
                      <a:r>
                        <a:rPr lang="zh-CN" altLang="en-US" sz="1400" dirty="0" smtClean="0"/>
                        <a:t>组织跟踪</a:t>
                      </a:r>
                    </a:p>
                    <a:p>
                      <a:pPr marL="0" indent="180975" algn="l">
                        <a:lnSpc>
                          <a:spcPct val="120000"/>
                        </a:lnSpc>
                        <a:buFont typeface="Wingdings" pitchFamily="2" charset="2"/>
                        <a:buChar char="Ø"/>
                      </a:pPr>
                      <a:r>
                        <a:rPr lang="zh-CN" altLang="en-US" sz="1400" dirty="0" smtClean="0"/>
                        <a:t>完成审核员相应的职责</a:t>
                      </a:r>
                      <a:endParaRPr lang="zh-CN" altLang="en-US" sz="18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transition advClick="0"/>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6"/>
          <p:cNvSpPr>
            <a:spLocks noGrp="1" noChangeArrowheads="1"/>
          </p:cNvSpPr>
          <p:nvPr>
            <p:ph type="title"/>
          </p:nvPr>
        </p:nvSpPr>
        <p:spPr>
          <a:xfrm>
            <a:off x="285720" y="76180"/>
            <a:ext cx="8416925" cy="579438"/>
          </a:xfrm>
        </p:spPr>
        <p:txBody>
          <a:bodyPr>
            <a:normAutofit/>
          </a:bodyPr>
          <a:lstStyle/>
          <a:p>
            <a:pPr algn="l"/>
            <a:r>
              <a:rPr lang="en-US" altLang="zh-CN" sz="2400" b="1" dirty="0" smtClean="0">
                <a:solidFill>
                  <a:schemeClr val="bg1"/>
                </a:solidFill>
              </a:rPr>
              <a:t>2.4</a:t>
            </a:r>
            <a:r>
              <a:rPr lang="zh-CN" altLang="en-US" sz="2400" b="1" dirty="0" smtClean="0">
                <a:solidFill>
                  <a:schemeClr val="bg1"/>
                </a:solidFill>
              </a:rPr>
              <a:t>确定</a:t>
            </a:r>
            <a:r>
              <a:rPr lang="zh-CN" altLang="en-US" sz="2400" b="1" dirty="0">
                <a:solidFill>
                  <a:schemeClr val="bg1"/>
                </a:solidFill>
              </a:rPr>
              <a:t>审核范围</a:t>
            </a:r>
          </a:p>
        </p:txBody>
      </p:sp>
      <p:sp>
        <p:nvSpPr>
          <p:cNvPr id="5" name="矩形 4"/>
          <p:cNvSpPr/>
          <p:nvPr/>
        </p:nvSpPr>
        <p:spPr>
          <a:xfrm>
            <a:off x="428596" y="719122"/>
            <a:ext cx="8429684" cy="4585871"/>
          </a:xfrm>
          <a:prstGeom prst="rect">
            <a:avLst/>
          </a:prstGeom>
        </p:spPr>
        <p:txBody>
          <a:bodyPr wrap="square">
            <a:spAutoFit/>
          </a:bodyPr>
          <a:lstStyle/>
          <a:p>
            <a:pPr>
              <a:buFontTx/>
              <a:buNone/>
            </a:pPr>
            <a:r>
              <a:rPr lang="zh-CN" altLang="en-US" b="1" dirty="0" smtClean="0"/>
              <a:t>审核范围：</a:t>
            </a:r>
          </a:p>
          <a:p>
            <a:pPr indent="361950">
              <a:lnSpc>
                <a:spcPct val="150000"/>
              </a:lnSpc>
              <a:buFont typeface="Wingdings" pitchFamily="2" charset="2"/>
              <a:buChar char="Ø"/>
            </a:pPr>
            <a:r>
              <a:rPr lang="zh-CN" altLang="en-US" sz="1800" dirty="0" smtClean="0"/>
              <a:t>受审核方质量承诺和实施的责任范围。</a:t>
            </a:r>
          </a:p>
          <a:p>
            <a:pPr indent="361950">
              <a:lnSpc>
                <a:spcPct val="150000"/>
              </a:lnSpc>
              <a:buFont typeface="Wingdings" pitchFamily="2" charset="2"/>
              <a:buChar char="Ø"/>
            </a:pPr>
            <a:r>
              <a:rPr lang="zh-CN" altLang="en-US" sz="1800" dirty="0" smtClean="0"/>
              <a:t>所审核的质量管理体系覆盖的产品、过程和场所。</a:t>
            </a:r>
          </a:p>
          <a:p>
            <a:pPr indent="361950">
              <a:lnSpc>
                <a:spcPct val="150000"/>
              </a:lnSpc>
              <a:buFont typeface="Wingdings" pitchFamily="2" charset="2"/>
              <a:buChar char="Ø"/>
            </a:pPr>
            <a:r>
              <a:rPr lang="zh-CN" altLang="en-US" sz="1800" dirty="0" smtClean="0"/>
              <a:t>内审时，按照手册规定的范围进审核。</a:t>
            </a:r>
            <a:endParaRPr lang="en-US" altLang="zh-CN" sz="1800" dirty="0" smtClean="0"/>
          </a:p>
          <a:p>
            <a:pPr>
              <a:lnSpc>
                <a:spcPct val="150000"/>
              </a:lnSpc>
            </a:pPr>
            <a:r>
              <a:rPr lang="zh-CN" altLang="en-US" sz="1800" b="1" dirty="0" smtClean="0"/>
              <a:t>审核范围的具体内容：</a:t>
            </a:r>
            <a:endParaRPr lang="en-US" altLang="zh-CN" sz="1800" b="1" dirty="0" smtClean="0"/>
          </a:p>
          <a:p>
            <a:pPr>
              <a:spcBef>
                <a:spcPts val="600"/>
              </a:spcBef>
              <a:buFont typeface="Wingdings" pitchFamily="2" charset="2"/>
              <a:buChar char="Ø"/>
            </a:pPr>
            <a:r>
              <a:rPr lang="zh-CN" altLang="en-US" sz="1800" dirty="0" smtClean="0"/>
              <a:t>审核覆盖的产品：</a:t>
            </a:r>
          </a:p>
          <a:p>
            <a:r>
              <a:rPr lang="zh-CN" altLang="en-US" sz="1800" dirty="0" smtClean="0"/>
              <a:t>      例：医疗器械产品、冰箱、汽车 部件、民用建筑、教育、境外旅游等</a:t>
            </a:r>
          </a:p>
          <a:p>
            <a:pPr>
              <a:spcBef>
                <a:spcPts val="600"/>
              </a:spcBef>
              <a:buFont typeface="Wingdings" pitchFamily="2" charset="2"/>
              <a:buChar char="Ø"/>
            </a:pPr>
            <a:r>
              <a:rPr lang="zh-CN" altLang="en-US" sz="1800" dirty="0" smtClean="0"/>
              <a:t>审核涉及的主要过程</a:t>
            </a:r>
          </a:p>
          <a:p>
            <a:r>
              <a:rPr lang="zh-CN" altLang="en-US" sz="1800" dirty="0" smtClean="0"/>
              <a:t>     设计、生产、安装、服务等</a:t>
            </a:r>
          </a:p>
          <a:p>
            <a:pPr>
              <a:spcBef>
                <a:spcPts val="600"/>
              </a:spcBef>
              <a:buFont typeface="Wingdings" pitchFamily="2" charset="2"/>
              <a:buChar char="Ø"/>
            </a:pPr>
            <a:r>
              <a:rPr lang="zh-CN" altLang="en-US" sz="1800" dirty="0" smtClean="0"/>
              <a:t>合同要求的其他项目</a:t>
            </a:r>
          </a:p>
          <a:p>
            <a:r>
              <a:rPr lang="zh-CN" altLang="en-US" sz="1800" dirty="0" smtClean="0"/>
              <a:t>     修理、咨询、项目管理等</a:t>
            </a:r>
          </a:p>
          <a:p>
            <a:pPr>
              <a:spcBef>
                <a:spcPts val="600"/>
              </a:spcBef>
              <a:buFont typeface="Wingdings" pitchFamily="2" charset="2"/>
              <a:buChar char="Ø"/>
            </a:pPr>
            <a:r>
              <a:rPr lang="zh-CN" altLang="en-US" sz="1800" dirty="0" smtClean="0"/>
              <a:t>产品和场所限制</a:t>
            </a:r>
          </a:p>
          <a:p>
            <a:r>
              <a:rPr lang="zh-CN" altLang="en-US" sz="1800" dirty="0" smtClean="0"/>
              <a:t>    不包括</a:t>
            </a:r>
            <a:r>
              <a:rPr lang="en-US" altLang="zh-CN" sz="1800" dirty="0" smtClean="0"/>
              <a:t>XX</a:t>
            </a:r>
            <a:r>
              <a:rPr lang="zh-CN" altLang="en-US" sz="1800" dirty="0" smtClean="0"/>
              <a:t>产品或</a:t>
            </a:r>
            <a:r>
              <a:rPr lang="en-US" altLang="zh-CN" sz="1800" dirty="0" smtClean="0"/>
              <a:t>XX</a:t>
            </a:r>
            <a:r>
              <a:rPr lang="zh-CN" altLang="en-US" sz="1800" dirty="0" smtClean="0"/>
              <a:t>场所</a:t>
            </a:r>
          </a:p>
        </p:txBody>
      </p:sp>
      <p:pic>
        <p:nvPicPr>
          <p:cNvPr id="6" name="Picture 4" descr="BD00028_"/>
          <p:cNvPicPr>
            <a:picLocks noChangeAspect="1" noChangeArrowheads="1"/>
          </p:cNvPicPr>
          <p:nvPr/>
        </p:nvPicPr>
        <p:blipFill>
          <a:blip r:embed="rId2" cstate="print"/>
          <a:srcRect/>
          <a:stretch>
            <a:fillRect/>
          </a:stretch>
        </p:blipFill>
        <p:spPr bwMode="auto">
          <a:xfrm>
            <a:off x="6500826" y="3576642"/>
            <a:ext cx="1747862" cy="1860627"/>
          </a:xfrm>
          <a:prstGeom prst="rect">
            <a:avLst/>
          </a:prstGeom>
          <a:noFill/>
        </p:spPr>
      </p:pic>
    </p:spTree>
  </p:cSld>
  <p:clrMapOvr>
    <a:masterClrMapping/>
  </p:clrMapOvr>
  <p:transition advClick="0"/>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08547" y="114581"/>
            <a:ext cx="2509020" cy="461665"/>
          </a:xfrm>
          <a:prstGeom prst="rect">
            <a:avLst/>
          </a:prstGeom>
        </p:spPr>
        <p:txBody>
          <a:bodyPr wrap="none">
            <a:spAutoFit/>
          </a:bodyPr>
          <a:lstStyle/>
          <a:p>
            <a:r>
              <a:rPr lang="en-US" altLang="zh-CN" sz="2400" b="1" dirty="0" smtClean="0">
                <a:solidFill>
                  <a:schemeClr val="bg1"/>
                </a:solidFill>
                <a:latin typeface="宋体" pitchFamily="2" charset="-122"/>
                <a:ea typeface="宋体" pitchFamily="2" charset="-122"/>
              </a:rPr>
              <a:t>2.5</a:t>
            </a:r>
            <a:r>
              <a:rPr lang="zh-CN" altLang="en-US" sz="2400" b="1" dirty="0" smtClean="0">
                <a:solidFill>
                  <a:schemeClr val="bg1"/>
                </a:solidFill>
                <a:latin typeface="宋体" pitchFamily="2" charset="-122"/>
                <a:ea typeface="宋体" pitchFamily="2" charset="-122"/>
              </a:rPr>
              <a:t>文件审查</a:t>
            </a:r>
            <a:r>
              <a:rPr lang="en-US" altLang="zh-CN" sz="2400" b="1" dirty="0" smtClean="0">
                <a:solidFill>
                  <a:schemeClr val="bg1"/>
                </a:solidFill>
                <a:latin typeface="宋体" pitchFamily="2" charset="-122"/>
                <a:ea typeface="宋体" pitchFamily="2" charset="-122"/>
              </a:rPr>
              <a:t>(</a:t>
            </a:r>
            <a:r>
              <a:rPr lang="zh-CN" altLang="en-US" sz="2400" b="1" dirty="0" smtClean="0">
                <a:solidFill>
                  <a:schemeClr val="bg1"/>
                </a:solidFill>
                <a:latin typeface="宋体" pitchFamily="2" charset="-122"/>
                <a:ea typeface="宋体" pitchFamily="2" charset="-122"/>
              </a:rPr>
              <a:t>一</a:t>
            </a:r>
            <a:r>
              <a:rPr lang="en-US" altLang="zh-CN" sz="2400" b="1" dirty="0" smtClean="0">
                <a:solidFill>
                  <a:schemeClr val="bg1"/>
                </a:solidFill>
                <a:latin typeface="宋体" pitchFamily="2" charset="-122"/>
                <a:ea typeface="宋体" pitchFamily="2" charset="-122"/>
              </a:rPr>
              <a:t>)</a:t>
            </a:r>
            <a:endParaRPr lang="zh-CN" altLang="en-US" sz="2400" b="1" dirty="0">
              <a:solidFill>
                <a:schemeClr val="bg1"/>
              </a:solidFill>
              <a:latin typeface="宋体" pitchFamily="2" charset="-122"/>
              <a:ea typeface="宋体" pitchFamily="2" charset="-122"/>
            </a:endParaRPr>
          </a:p>
        </p:txBody>
      </p:sp>
      <p:sp>
        <p:nvSpPr>
          <p:cNvPr id="5" name="Rectangle 3"/>
          <p:cNvSpPr txBox="1">
            <a:spLocks noChangeArrowheads="1"/>
          </p:cNvSpPr>
          <p:nvPr/>
        </p:nvSpPr>
        <p:spPr>
          <a:xfrm>
            <a:off x="285720" y="647684"/>
            <a:ext cx="8416925" cy="4786346"/>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文件审查的目的：</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评价受审核方质量管理体系文件是否满足</a:t>
            </a:r>
            <a:r>
              <a:rPr kumimoji="0" lang="zh-CN" altLang="en-US" sz="18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标准</a:t>
            </a:r>
            <a:r>
              <a:rPr kumimoji="0" lang="zh-CN" altLang="en-US" sz="18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的要求（符合性）</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了解受审核方质量管理体系具体情况，以便进行审核准备</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文件审查的要求：</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内容是否覆盖</a:t>
            </a:r>
            <a:r>
              <a:rPr kumimoji="0" lang="zh-CN" altLang="en-US" sz="18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ISO13485</a:t>
            </a:r>
            <a:r>
              <a:rPr lang="en-US" altLang="zh-CN" sz="1800" dirty="0" smtClean="0"/>
              <a:t>:2016</a:t>
            </a:r>
            <a:r>
              <a:rPr lang="zh-CN" altLang="en-US" sz="1800" dirty="0" smtClean="0"/>
              <a:t>版</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标准</a:t>
            </a:r>
            <a:r>
              <a:rPr kumimoji="0" lang="zh-CN" altLang="en-US" sz="18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的所有要求</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是否符合相关法规的要求</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文件本身是否现行有效，处于受控状态</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是否覆盖了顾客的特殊要求</a:t>
            </a:r>
          </a:p>
          <a:p>
            <a:pPr marL="386860" lvl="0" indent="-386860">
              <a:lnSpc>
                <a:spcPct val="150000"/>
              </a:lnSpc>
              <a:spcBef>
                <a:spcPct val="20000"/>
              </a:spcBef>
              <a:buFont typeface="Arial" pitchFamily="34" charset="0"/>
              <a:buChar cha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名词术语是否符合</a:t>
            </a:r>
            <a:r>
              <a:rPr lang="en-US" altLang="zh-CN" sz="1800" dirty="0" smtClean="0"/>
              <a:t>ISO13485:2016</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的要求</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85720" y="719122"/>
            <a:ext cx="8705850" cy="4357718"/>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文件审查的内容：</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形成文件的质量质量方针和质量目标。</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质量手册：质量管理体系的范围，包括过程识别、有无外包过程，任何删减的细节与合理性。</a:t>
            </a:r>
            <a:endParaRPr kumimoji="0" lang="en-US" altLang="zh-CN" sz="1800" b="0" i="0" u="none" strike="noStrike" kern="1200" cap="none" spc="0" normalizeH="0" baseline="0" noProof="0" dirty="0" smtClean="0">
              <a:ln>
                <a:noFill/>
              </a:ln>
              <a:solidFill>
                <a:schemeClr val="tx1"/>
              </a:solidFill>
              <a:effectLst/>
              <a:uLnTx/>
              <a:uFillTx/>
              <a:latin typeface="+mn-lt"/>
              <a:ea typeface="+mn-ea"/>
              <a:cs typeface="+mn-cs"/>
            </a:endParaRPr>
          </a:p>
          <a:p>
            <a:pPr marL="386860" indent="-386860">
              <a:lnSpc>
                <a:spcPct val="150000"/>
              </a:lnSpc>
              <a:spcBef>
                <a:spcPct val="20000"/>
              </a:spcBef>
              <a:buFont typeface="Arial" pitchFamily="34" charset="0"/>
              <a:buChar char="•"/>
            </a:pPr>
            <a:r>
              <a:rPr lang="zh-CN" altLang="en-US" sz="1800" dirty="0" smtClean="0"/>
              <a:t>质量手册的控制</a:t>
            </a:r>
            <a:endParaRPr kumimoji="0" lang="zh-CN" altLang="en-US" sz="1800" b="0" i="0" u="none" strike="noStrike" kern="1200" cap="none" spc="0" normalizeH="0" baseline="0" noProof="0" dirty="0" smtClean="0">
              <a:ln>
                <a:noFill/>
              </a:ln>
              <a:solidFill>
                <a:schemeClr val="tx1"/>
              </a:solidFill>
              <a:effectLst/>
              <a:uLnTx/>
              <a:uFillTx/>
              <a:latin typeface="+mn-lt"/>
              <a:ea typeface="+mn-ea"/>
              <a:cs typeface="+mn-cs"/>
            </a:endParaRPr>
          </a:p>
          <a:p>
            <a:pPr marL="386860" indent="-386860">
              <a:lnSpc>
                <a:spcPct val="150000"/>
              </a:lnSpc>
              <a:spcBef>
                <a:spcPct val="20000"/>
              </a:spcBef>
              <a:buFont typeface="Arial" pitchFamily="34" charset="0"/>
              <a:buChar char="•"/>
            </a:pPr>
            <a:r>
              <a:rPr lang="zh-CN" altLang="en-US" sz="1800" dirty="0" smtClean="0"/>
              <a:t>质量管理体系标准要求形成文件的程序或对其引用</a:t>
            </a:r>
            <a:endParaRPr lang="en-US" altLang="zh-CN" sz="1800" dirty="0" smtClean="0"/>
          </a:p>
          <a:p>
            <a:pPr marL="386860" indent="-386860">
              <a:lnSpc>
                <a:spcPct val="150000"/>
              </a:lnSpc>
              <a:spcBef>
                <a:spcPct val="20000"/>
              </a:spcBef>
              <a:buFont typeface="Arial" pitchFamily="34" charset="0"/>
              <a:buChar char="•"/>
            </a:pPr>
            <a:r>
              <a:rPr lang="zh-CN" altLang="en-US" sz="1800" dirty="0" smtClean="0"/>
              <a:t>组织为确保其过程的有效策划、运行和控制的文件（通常要求列出清单）          </a:t>
            </a:r>
          </a:p>
          <a:p>
            <a:pPr marL="386860" indent="-386860">
              <a:lnSpc>
                <a:spcPct val="150000"/>
              </a:lnSpc>
              <a:spcBef>
                <a:spcPct val="20000"/>
              </a:spcBef>
              <a:buFont typeface="Arial" pitchFamily="34" charset="0"/>
              <a:buChar char="•"/>
            </a:pPr>
            <a:r>
              <a:rPr lang="zh-CN" altLang="en-US" sz="1800" dirty="0" smtClean="0"/>
              <a:t>质量管理体系过程之间相互作用的表述（可用文字或流程图）</a:t>
            </a:r>
          </a:p>
          <a:p>
            <a:pPr marL="386860" indent="-386860">
              <a:lnSpc>
                <a:spcPct val="150000"/>
              </a:lnSpc>
              <a:spcBef>
                <a:spcPct val="20000"/>
              </a:spcBef>
              <a:buFont typeface="Arial" pitchFamily="34" charset="0"/>
              <a:buChar char="•"/>
            </a:pPr>
            <a:r>
              <a:rPr lang="zh-CN" altLang="en-US" sz="1800" dirty="0" smtClean="0"/>
              <a:t>标准要求的记录</a:t>
            </a:r>
          </a:p>
        </p:txBody>
      </p:sp>
      <p:sp>
        <p:nvSpPr>
          <p:cNvPr id="5" name="矩形 4"/>
          <p:cNvSpPr/>
          <p:nvPr/>
        </p:nvSpPr>
        <p:spPr>
          <a:xfrm>
            <a:off x="428596" y="147618"/>
            <a:ext cx="2646878" cy="461665"/>
          </a:xfrm>
          <a:prstGeom prst="rect">
            <a:avLst/>
          </a:prstGeom>
        </p:spPr>
        <p:txBody>
          <a:bodyPr wrap="none">
            <a:spAutoFit/>
          </a:bodyPr>
          <a:lstStyle/>
          <a:p>
            <a:r>
              <a:rPr lang="en-US" altLang="zh-CN" sz="2400" b="1" dirty="0" smtClean="0">
                <a:solidFill>
                  <a:schemeClr val="bg1"/>
                </a:solidFill>
                <a:latin typeface="宋体" pitchFamily="2" charset="-122"/>
                <a:ea typeface="宋体" pitchFamily="2" charset="-122"/>
              </a:rPr>
              <a:t>2.5</a:t>
            </a:r>
            <a:r>
              <a:rPr lang="zh-CN" altLang="en-US" sz="2400" b="1" dirty="0" smtClean="0">
                <a:solidFill>
                  <a:schemeClr val="bg1"/>
                </a:solidFill>
                <a:latin typeface="宋体" pitchFamily="2" charset="-122"/>
                <a:ea typeface="宋体" pitchFamily="2" charset="-122"/>
              </a:rPr>
              <a:t>文件审查</a:t>
            </a:r>
            <a:r>
              <a:rPr lang="en-US" altLang="zh-CN" sz="2400" b="1" dirty="0" smtClean="0">
                <a:solidFill>
                  <a:schemeClr val="bg1"/>
                </a:solidFill>
                <a:latin typeface="宋体" pitchFamily="2" charset="-122"/>
                <a:ea typeface="宋体" pitchFamily="2" charset="-122"/>
              </a:rPr>
              <a:t>(</a:t>
            </a:r>
            <a:r>
              <a:rPr lang="zh-CN" altLang="en-US" sz="2400" b="1" dirty="0" smtClean="0">
                <a:solidFill>
                  <a:schemeClr val="bg1"/>
                </a:solidFill>
                <a:latin typeface="宋体" pitchFamily="2" charset="-122"/>
                <a:ea typeface="宋体" pitchFamily="2" charset="-122"/>
              </a:rPr>
              <a:t>二）</a:t>
            </a:r>
          </a:p>
        </p:txBody>
      </p:sp>
    </p:spTree>
  </p:cSld>
  <p:clrMapOvr>
    <a:masterClrMapping/>
  </p:clrMapOvr>
  <p:transition advClick="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369917" y="0"/>
            <a:ext cx="8416925" cy="579438"/>
          </a:xfrm>
        </p:spPr>
        <p:txBody>
          <a:bodyPr>
            <a:normAutofit/>
          </a:bodyPr>
          <a:lstStyle/>
          <a:p>
            <a:pPr algn="l"/>
            <a:r>
              <a:rPr lang="en-US" altLang="zh-CN" sz="2400" b="1" dirty="0" smtClean="0">
                <a:solidFill>
                  <a:schemeClr val="bg1"/>
                </a:solidFill>
                <a:latin typeface="宋体" pitchFamily="2" charset="-122"/>
                <a:ea typeface="宋体" pitchFamily="2" charset="-122"/>
                <a:cs typeface="+mn-cs"/>
              </a:rPr>
              <a:t>2.6</a:t>
            </a:r>
            <a:r>
              <a:rPr lang="zh-CN" altLang="en-US" sz="2400" b="1" dirty="0" smtClean="0">
                <a:solidFill>
                  <a:schemeClr val="bg1"/>
                </a:solidFill>
                <a:latin typeface="宋体" pitchFamily="2" charset="-122"/>
                <a:ea typeface="宋体" pitchFamily="2" charset="-122"/>
                <a:cs typeface="+mn-cs"/>
              </a:rPr>
              <a:t>制定</a:t>
            </a:r>
            <a:r>
              <a:rPr lang="zh-CN" altLang="en-US" sz="2400" b="1" dirty="0">
                <a:solidFill>
                  <a:schemeClr val="bg1"/>
                </a:solidFill>
                <a:latin typeface="宋体" pitchFamily="2" charset="-122"/>
                <a:ea typeface="宋体" pitchFamily="2" charset="-122"/>
                <a:cs typeface="+mn-cs"/>
              </a:rPr>
              <a:t>审核计划</a:t>
            </a:r>
          </a:p>
        </p:txBody>
      </p:sp>
      <p:sp>
        <p:nvSpPr>
          <p:cNvPr id="5" name="矩形 4"/>
          <p:cNvSpPr/>
          <p:nvPr/>
        </p:nvSpPr>
        <p:spPr>
          <a:xfrm>
            <a:off x="357158" y="719122"/>
            <a:ext cx="8429684" cy="4339650"/>
          </a:xfrm>
          <a:prstGeom prst="rect">
            <a:avLst/>
          </a:prstGeom>
        </p:spPr>
        <p:txBody>
          <a:bodyPr wrap="square">
            <a:spAutoFit/>
          </a:bodyPr>
          <a:lstStyle/>
          <a:p>
            <a:pPr>
              <a:lnSpc>
                <a:spcPct val="150000"/>
              </a:lnSpc>
              <a:buFontTx/>
              <a:buNone/>
            </a:pPr>
            <a:r>
              <a:rPr lang="zh-CN" altLang="en-US" b="1" dirty="0" smtClean="0"/>
              <a:t>审核计划：</a:t>
            </a:r>
            <a:r>
              <a:rPr lang="zh-CN" altLang="en-US" dirty="0" smtClean="0"/>
              <a:t>是对现场审核的人员和分工、日期和日程以及审核路线的确定。</a:t>
            </a:r>
            <a:endParaRPr lang="en-US" altLang="zh-CN" b="1" dirty="0" smtClean="0"/>
          </a:p>
          <a:p>
            <a:pPr>
              <a:lnSpc>
                <a:spcPct val="150000"/>
              </a:lnSpc>
              <a:buFontTx/>
              <a:buNone/>
            </a:pPr>
            <a:r>
              <a:rPr lang="zh-CN" altLang="en-US" b="1" dirty="0" smtClean="0"/>
              <a:t>审核计划的内容：</a:t>
            </a:r>
          </a:p>
          <a:p>
            <a:pPr indent="361950">
              <a:lnSpc>
                <a:spcPct val="150000"/>
              </a:lnSpc>
              <a:buFont typeface="Arial" pitchFamily="34" charset="0"/>
              <a:buChar char="•"/>
            </a:pPr>
            <a:r>
              <a:rPr lang="zh-CN" altLang="en-US" sz="1800" dirty="0" smtClean="0"/>
              <a:t>审核目的</a:t>
            </a:r>
          </a:p>
          <a:p>
            <a:pPr indent="361950">
              <a:lnSpc>
                <a:spcPct val="150000"/>
              </a:lnSpc>
              <a:buFont typeface="Arial" pitchFamily="34" charset="0"/>
              <a:buChar char="•"/>
            </a:pPr>
            <a:r>
              <a:rPr lang="zh-CN" altLang="en-US" sz="1800" dirty="0" smtClean="0"/>
              <a:t>审核范围</a:t>
            </a:r>
          </a:p>
          <a:p>
            <a:pPr indent="361950">
              <a:lnSpc>
                <a:spcPct val="150000"/>
              </a:lnSpc>
              <a:buFont typeface="Arial" pitchFamily="34" charset="0"/>
              <a:buChar char="•"/>
            </a:pPr>
            <a:r>
              <a:rPr lang="zh-CN" altLang="en-US" sz="1800" dirty="0" smtClean="0"/>
              <a:t>审核依据</a:t>
            </a:r>
          </a:p>
          <a:p>
            <a:pPr indent="361950">
              <a:lnSpc>
                <a:spcPct val="150000"/>
              </a:lnSpc>
              <a:buFont typeface="Arial" pitchFamily="34" charset="0"/>
              <a:buChar char="•"/>
            </a:pPr>
            <a:r>
              <a:rPr lang="zh-CN" altLang="en-US" sz="1800" dirty="0" smtClean="0"/>
              <a:t>审核组成员名单（组长、成员）及其分工</a:t>
            </a:r>
          </a:p>
          <a:p>
            <a:pPr indent="361950">
              <a:lnSpc>
                <a:spcPct val="150000"/>
              </a:lnSpc>
              <a:buFont typeface="Arial" pitchFamily="34" charset="0"/>
              <a:buChar char="•"/>
            </a:pPr>
            <a:r>
              <a:rPr lang="zh-CN" altLang="en-US" sz="1800" dirty="0" smtClean="0"/>
              <a:t>审核日期</a:t>
            </a:r>
          </a:p>
          <a:p>
            <a:pPr indent="361950">
              <a:lnSpc>
                <a:spcPct val="150000"/>
              </a:lnSpc>
              <a:buFont typeface="Arial" pitchFamily="34" charset="0"/>
              <a:buChar char="•"/>
            </a:pPr>
            <a:r>
              <a:rPr lang="zh-CN" altLang="en-US" sz="1800" dirty="0" smtClean="0"/>
              <a:t>审核过程的日程安排</a:t>
            </a:r>
          </a:p>
          <a:p>
            <a:pPr indent="361950">
              <a:lnSpc>
                <a:spcPct val="150000"/>
              </a:lnSpc>
              <a:buFont typeface="Arial" pitchFamily="34" charset="0"/>
              <a:buChar char="•"/>
            </a:pPr>
            <a:r>
              <a:rPr lang="zh-CN" altLang="en-US" sz="1800" dirty="0" smtClean="0"/>
              <a:t>保密承诺</a:t>
            </a:r>
          </a:p>
          <a:p>
            <a:pPr indent="361950">
              <a:lnSpc>
                <a:spcPct val="150000"/>
              </a:lnSpc>
              <a:buFont typeface="Arial" pitchFamily="34" charset="0"/>
              <a:buChar char="•"/>
            </a:pPr>
            <a:r>
              <a:rPr lang="zh-CN" altLang="en-US" sz="1800" dirty="0" smtClean="0"/>
              <a:t>其他，如语种等</a:t>
            </a:r>
            <a:endParaRPr lang="zh-CN" altLang="en-US" sz="1800" dirty="0"/>
          </a:p>
        </p:txBody>
      </p:sp>
    </p:spTree>
  </p:cSld>
  <p:clrMapOvr>
    <a:masterClrMapping/>
  </p:clrMapOvr>
  <p:transition advClick="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139244775"/>
              </p:ext>
            </p:extLst>
          </p:nvPr>
        </p:nvGraphicFramePr>
        <p:xfrm>
          <a:off x="357157" y="647684"/>
          <a:ext cx="8358245" cy="4991250"/>
        </p:xfrm>
        <a:graphic>
          <a:graphicData uri="http://schemas.openxmlformats.org/drawingml/2006/table">
            <a:tbl>
              <a:tblPr/>
              <a:tblGrid>
                <a:gridCol w="691829"/>
                <a:gridCol w="712919"/>
                <a:gridCol w="3120289"/>
                <a:gridCol w="3833208"/>
              </a:tblGrid>
              <a:tr h="642942">
                <a:tc gridSpan="4">
                  <a:txBody>
                    <a:bodyPr/>
                    <a:lstStyle/>
                    <a:p>
                      <a:pPr algn="just">
                        <a:spcAft>
                          <a:spcPts val="0"/>
                        </a:spcAft>
                      </a:pPr>
                      <a:r>
                        <a:rPr lang="zh-CN" sz="1200" spc="150" dirty="0">
                          <a:latin typeface="+mn-ea"/>
                          <a:ea typeface="+mn-ea"/>
                        </a:rPr>
                        <a:t>审核目的：</a:t>
                      </a:r>
                    </a:p>
                    <a:p>
                      <a:pPr indent="291465" algn="just">
                        <a:spcAft>
                          <a:spcPts val="0"/>
                        </a:spcAft>
                      </a:pPr>
                      <a:r>
                        <a:rPr lang="zh-CN" sz="1200" spc="150" dirty="0">
                          <a:latin typeface="+mn-ea"/>
                          <a:ea typeface="+mn-ea"/>
                        </a:rPr>
                        <a:t>验证本公司</a:t>
                      </a:r>
                      <a:r>
                        <a:rPr lang="en-US" sz="1200" spc="150" dirty="0">
                          <a:latin typeface="+mn-ea"/>
                          <a:ea typeface="+mn-ea"/>
                        </a:rPr>
                        <a:t>ISO13485</a:t>
                      </a:r>
                      <a:r>
                        <a:rPr lang="zh-CN" sz="1200" spc="150" dirty="0">
                          <a:latin typeface="+mn-ea"/>
                          <a:ea typeface="+mn-ea"/>
                        </a:rPr>
                        <a:t>医疗器械管理体系运行是否符合</a:t>
                      </a:r>
                      <a:r>
                        <a:rPr lang="en-US" sz="1200" spc="150" dirty="0">
                          <a:latin typeface="+mn-ea"/>
                          <a:ea typeface="+mn-ea"/>
                        </a:rPr>
                        <a:t>ISO13485:2016</a:t>
                      </a:r>
                      <a:r>
                        <a:rPr lang="zh-CN" sz="1200" spc="150" dirty="0">
                          <a:latin typeface="+mn-ea"/>
                          <a:ea typeface="+mn-ea"/>
                        </a:rPr>
                        <a:t>管理体系要求，并对公司建立的管理体系充分性、适宜性和有效性进行评估。</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29018">
                <a:tc gridSpan="4">
                  <a:txBody>
                    <a:bodyPr/>
                    <a:lstStyle/>
                    <a:p>
                      <a:pPr algn="just">
                        <a:spcAft>
                          <a:spcPts val="0"/>
                        </a:spcAft>
                      </a:pPr>
                      <a:r>
                        <a:rPr lang="zh-CN" sz="1100" spc="150" dirty="0">
                          <a:latin typeface="+mn-ea"/>
                          <a:ea typeface="+mn-ea"/>
                        </a:rPr>
                        <a:t>审核范围：</a:t>
                      </a:r>
                    </a:p>
                    <a:p>
                      <a:pPr indent="291465" algn="just">
                        <a:spcAft>
                          <a:spcPts val="0"/>
                        </a:spcAft>
                      </a:pPr>
                      <a:r>
                        <a:rPr lang="zh-CN" sz="1100" spc="150" dirty="0">
                          <a:latin typeface="+mn-ea"/>
                          <a:ea typeface="+mn-ea"/>
                        </a:rPr>
                        <a:t>本公司所有部门（</a:t>
                      </a:r>
                      <a:r>
                        <a:rPr lang="en-US" sz="1100" spc="150" dirty="0">
                          <a:latin typeface="+mn-ea"/>
                          <a:ea typeface="+mn-ea"/>
                        </a:rPr>
                        <a:t>ISO13485:2016</a:t>
                      </a:r>
                      <a:r>
                        <a:rPr lang="zh-CN" sz="1100" spc="150" dirty="0">
                          <a:latin typeface="+mn-ea"/>
                          <a:ea typeface="+mn-ea"/>
                        </a:rPr>
                        <a:t>不审财务部）</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362352">
                <a:tc gridSpan="4">
                  <a:txBody>
                    <a:bodyPr/>
                    <a:lstStyle/>
                    <a:p>
                      <a:pPr algn="just">
                        <a:spcAft>
                          <a:spcPts val="0"/>
                        </a:spcAft>
                      </a:pPr>
                      <a:r>
                        <a:rPr lang="zh-CN" sz="1100" spc="150" dirty="0">
                          <a:latin typeface="+mn-ea"/>
                          <a:ea typeface="+mn-ea"/>
                        </a:rPr>
                        <a:t>审核依据：</a:t>
                      </a:r>
                    </a:p>
                    <a:p>
                      <a:pPr marL="342900" lvl="0" indent="-342900" algn="just">
                        <a:spcAft>
                          <a:spcPts val="0"/>
                        </a:spcAft>
                        <a:buFont typeface="+mj-lt"/>
                        <a:buAutoNum type="arabicParenR"/>
                      </a:pPr>
                      <a:r>
                        <a:rPr lang="en-US" sz="1200" spc="150" dirty="0">
                          <a:latin typeface="+mn-ea"/>
                          <a:ea typeface="+mn-ea"/>
                        </a:rPr>
                        <a:t>ISO13485:2016</a:t>
                      </a:r>
                      <a:r>
                        <a:rPr lang="zh-CN" sz="1200" spc="150" dirty="0">
                          <a:latin typeface="+mn-ea"/>
                          <a:ea typeface="+mn-ea"/>
                        </a:rPr>
                        <a:t>质量管理体系标准要求；</a:t>
                      </a:r>
                      <a:r>
                        <a:rPr lang="en-US" sz="1200" spc="150" dirty="0">
                          <a:latin typeface="+mn-ea"/>
                          <a:ea typeface="+mn-ea"/>
                        </a:rPr>
                        <a:t>                                                                         </a:t>
                      </a:r>
                      <a:endParaRPr lang="zh-CN" sz="1200" spc="150" dirty="0">
                        <a:latin typeface="+mn-ea"/>
                        <a:ea typeface="+mn-ea"/>
                      </a:endParaRPr>
                    </a:p>
                    <a:p>
                      <a:pPr marL="342900" lvl="0" indent="-342900" algn="just">
                        <a:spcAft>
                          <a:spcPts val="0"/>
                        </a:spcAft>
                        <a:buFont typeface="+mj-lt"/>
                        <a:buAutoNum type="arabicParenR"/>
                      </a:pPr>
                      <a:r>
                        <a:rPr lang="zh-CN" sz="1200" spc="150" dirty="0">
                          <a:latin typeface="+mn-ea"/>
                          <a:ea typeface="+mn-ea"/>
                        </a:rPr>
                        <a:t>本公司制定的医疗器械管理体系文件； </a:t>
                      </a:r>
                    </a:p>
                    <a:p>
                      <a:pPr marL="342900" lvl="0" indent="-342900" algn="just">
                        <a:spcAft>
                          <a:spcPts val="0"/>
                        </a:spcAft>
                        <a:buFont typeface="+mj-lt"/>
                        <a:buAutoNum type="arabicParenR"/>
                      </a:pPr>
                      <a:r>
                        <a:rPr lang="zh-CN" sz="1200" spc="150" dirty="0">
                          <a:latin typeface="+mn-ea"/>
                          <a:ea typeface="+mn-ea"/>
                        </a:rPr>
                        <a:t>相关法律法规和其他要求</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28814">
                <a:tc gridSpan="4">
                  <a:txBody>
                    <a:bodyPr/>
                    <a:lstStyle/>
                    <a:p>
                      <a:pPr algn="just">
                        <a:spcAft>
                          <a:spcPts val="0"/>
                        </a:spcAft>
                      </a:pPr>
                      <a:r>
                        <a:rPr lang="zh-CN" sz="1100" spc="150" dirty="0">
                          <a:latin typeface="+mn-ea"/>
                          <a:ea typeface="+mn-ea"/>
                        </a:rPr>
                        <a:t>审核组成员</a:t>
                      </a:r>
                      <a:r>
                        <a:rPr lang="zh-CN" sz="1100" spc="150" dirty="0" smtClean="0">
                          <a:latin typeface="+mn-ea"/>
                          <a:ea typeface="+mn-ea"/>
                        </a:rPr>
                        <a:t>：</a:t>
                      </a: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40624">
                <a:tc gridSpan="4">
                  <a:txBody>
                    <a:bodyPr/>
                    <a:lstStyle/>
                    <a:p>
                      <a:pPr algn="just">
                        <a:spcAft>
                          <a:spcPts val="0"/>
                        </a:spcAft>
                      </a:pPr>
                      <a:r>
                        <a:rPr lang="zh-CN" sz="1100" spc="150" dirty="0">
                          <a:latin typeface="+mn-ea"/>
                          <a:ea typeface="+mn-ea"/>
                        </a:rPr>
                        <a:t>审核时间：</a:t>
                      </a:r>
                      <a:r>
                        <a:rPr lang="en-US" sz="1100" spc="150" dirty="0" smtClean="0">
                          <a:latin typeface="+mn-ea"/>
                          <a:ea typeface="+mn-ea"/>
                        </a:rPr>
                        <a:t>20</a:t>
                      </a:r>
                      <a:r>
                        <a:rPr lang="en-US" altLang="zh-CN" sz="1100" spc="150" dirty="0" smtClean="0">
                          <a:latin typeface="+mn-ea"/>
                          <a:ea typeface="+mn-ea"/>
                        </a:rPr>
                        <a:t>xx</a:t>
                      </a:r>
                      <a:r>
                        <a:rPr lang="zh-CN" sz="1100" spc="150" dirty="0" smtClean="0">
                          <a:latin typeface="+mn-ea"/>
                          <a:ea typeface="+mn-ea"/>
                        </a:rPr>
                        <a:t>年</a:t>
                      </a:r>
                      <a:r>
                        <a:rPr lang="en-US" altLang="zh-CN" sz="1100" spc="150" dirty="0" smtClean="0">
                          <a:latin typeface="+mn-ea"/>
                          <a:ea typeface="+mn-ea"/>
                        </a:rPr>
                        <a:t>x</a:t>
                      </a:r>
                      <a:r>
                        <a:rPr lang="zh-CN" sz="1100" spc="150" dirty="0" smtClean="0">
                          <a:latin typeface="+mn-ea"/>
                          <a:ea typeface="+mn-ea"/>
                        </a:rPr>
                        <a:t>月</a:t>
                      </a:r>
                      <a:r>
                        <a:rPr lang="en-US" altLang="zh-CN" sz="1100" spc="150" dirty="0" smtClean="0">
                          <a:latin typeface="+mn-ea"/>
                          <a:ea typeface="+mn-ea"/>
                        </a:rPr>
                        <a:t>x</a:t>
                      </a:r>
                      <a:r>
                        <a:rPr lang="en-US" sz="1100" spc="150" dirty="0" smtClean="0">
                          <a:latin typeface="+mn-ea"/>
                          <a:ea typeface="+mn-ea"/>
                        </a:rPr>
                        <a:t>-</a:t>
                      </a:r>
                      <a:r>
                        <a:rPr lang="en-US" altLang="zh-CN" sz="1100" spc="150" dirty="0" smtClean="0">
                          <a:latin typeface="+mn-ea"/>
                          <a:ea typeface="+mn-ea"/>
                        </a:rPr>
                        <a:t>x</a:t>
                      </a:r>
                      <a:r>
                        <a:rPr lang="zh-CN" sz="1100" spc="150" dirty="0" smtClean="0">
                          <a:latin typeface="+mn-ea"/>
                          <a:ea typeface="+mn-ea"/>
                        </a:rPr>
                        <a:t>日</a:t>
                      </a:r>
                      <a:r>
                        <a:rPr lang="en-US" sz="1100" spc="150" dirty="0">
                          <a:latin typeface="+mn-ea"/>
                          <a:ea typeface="+mn-ea"/>
                        </a:rPr>
                        <a:t>,</a:t>
                      </a:r>
                      <a:r>
                        <a:rPr lang="zh-CN" sz="1100" spc="150" dirty="0" smtClean="0">
                          <a:latin typeface="+mn-ea"/>
                          <a:ea typeface="+mn-ea"/>
                        </a:rPr>
                        <a:t>共</a:t>
                      </a:r>
                      <a:r>
                        <a:rPr lang="en-US" altLang="zh-CN" sz="1100" spc="150" dirty="0" smtClean="0">
                          <a:latin typeface="+mn-ea"/>
                          <a:ea typeface="+mn-ea"/>
                        </a:rPr>
                        <a:t>x</a:t>
                      </a:r>
                      <a:r>
                        <a:rPr lang="zh-CN" sz="1100" spc="150" dirty="0" smtClean="0">
                          <a:latin typeface="+mn-ea"/>
                          <a:ea typeface="+mn-ea"/>
                        </a:rPr>
                        <a:t>日</a:t>
                      </a:r>
                      <a:r>
                        <a:rPr lang="zh-CN" sz="1100" spc="150" dirty="0">
                          <a:latin typeface="+mn-ea"/>
                          <a:ea typeface="+mn-ea"/>
                        </a:rPr>
                        <a:t>。</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58246">
                <a:tc gridSpan="4">
                  <a:txBody>
                    <a:bodyPr/>
                    <a:lstStyle/>
                    <a:p>
                      <a:pPr marL="342900" lvl="0" indent="-342900" algn="just">
                        <a:spcAft>
                          <a:spcPts val="0"/>
                        </a:spcAft>
                        <a:buFont typeface="+mj-lt"/>
                        <a:buAutoNum type="arabicPeriod"/>
                      </a:pPr>
                      <a:r>
                        <a:rPr lang="zh-CN" sz="1100" spc="150" dirty="0">
                          <a:latin typeface="+mn-ea"/>
                          <a:ea typeface="+mn-ea"/>
                        </a:rPr>
                        <a:t>审核流程安排</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79760">
                <a:tc>
                  <a:txBody>
                    <a:bodyPr/>
                    <a:lstStyle/>
                    <a:p>
                      <a:pPr algn="ctr">
                        <a:spcAft>
                          <a:spcPts val="0"/>
                        </a:spcAft>
                      </a:pPr>
                      <a:r>
                        <a:rPr lang="zh-CN" sz="1100" spc="150">
                          <a:latin typeface="+mn-ea"/>
                          <a:ea typeface="+mn-ea"/>
                        </a:rPr>
                        <a:t>时间</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1100" spc="150" dirty="0">
                          <a:latin typeface="+mn-ea"/>
                          <a:ea typeface="+mn-ea"/>
                        </a:rPr>
                        <a:t>人员</a:t>
                      </a:r>
                      <a:r>
                        <a:rPr lang="en-US" sz="1100" spc="150" dirty="0">
                          <a:latin typeface="+mn-ea"/>
                          <a:ea typeface="+mn-ea"/>
                        </a:rPr>
                        <a:t>/</a:t>
                      </a:r>
                      <a:r>
                        <a:rPr lang="zh-CN" sz="1100" spc="150" dirty="0">
                          <a:latin typeface="+mn-ea"/>
                          <a:ea typeface="+mn-ea"/>
                        </a:rPr>
                        <a:t>部门</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zh-CN" sz="1100" spc="150">
                          <a:latin typeface="+mn-ea"/>
                          <a:ea typeface="+mn-ea"/>
                        </a:rPr>
                        <a:t>内</a:t>
                      </a:r>
                      <a:r>
                        <a:rPr lang="en-US" sz="1100" spc="150">
                          <a:latin typeface="+mn-ea"/>
                          <a:ea typeface="+mn-ea"/>
                        </a:rPr>
                        <a:t>  </a:t>
                      </a:r>
                      <a:r>
                        <a:rPr lang="zh-CN" sz="1100" spc="150">
                          <a:latin typeface="+mn-ea"/>
                          <a:ea typeface="+mn-ea"/>
                        </a:rPr>
                        <a:t>容</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014">
                <a:tc>
                  <a:txBody>
                    <a:bodyPr/>
                    <a:lstStyle/>
                    <a:p>
                      <a:pPr algn="ctr">
                        <a:spcAft>
                          <a:spcPts val="0"/>
                        </a:spcAft>
                      </a:pPr>
                      <a:r>
                        <a:rPr lang="en-US" altLang="zh-CN" sz="1100" spc="150" dirty="0" smtClean="0">
                          <a:latin typeface="+mn-ea"/>
                          <a:ea typeface="+mn-ea"/>
                        </a:rPr>
                        <a:t>X</a:t>
                      </a:r>
                      <a:r>
                        <a:rPr lang="zh-CN" sz="1100" spc="150" dirty="0" smtClean="0">
                          <a:latin typeface="+mn-ea"/>
                          <a:ea typeface="+mn-ea"/>
                        </a:rPr>
                        <a:t>月</a:t>
                      </a:r>
                      <a:r>
                        <a:rPr lang="en-US" altLang="zh-CN" sz="1100" spc="150" dirty="0" smtClean="0">
                          <a:latin typeface="+mn-ea"/>
                          <a:ea typeface="+mn-ea"/>
                        </a:rPr>
                        <a:t>X</a:t>
                      </a:r>
                      <a:r>
                        <a:rPr lang="zh-CN" sz="1100" spc="150" dirty="0" smtClean="0">
                          <a:latin typeface="+mn-ea"/>
                          <a:ea typeface="+mn-ea"/>
                        </a:rPr>
                        <a:t>日</a:t>
                      </a: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1100" spc="150" dirty="0">
                          <a:latin typeface="+mn-ea"/>
                          <a:ea typeface="+mn-ea"/>
                        </a:rPr>
                        <a:t>各部门负责人</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zh-CN" sz="1100" spc="150">
                          <a:latin typeface="+mn-ea"/>
                          <a:ea typeface="+mn-ea"/>
                        </a:rPr>
                        <a:t>首次会议召开</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7336">
                <a:tc>
                  <a:txBody>
                    <a:bodyPr/>
                    <a:lstStyle/>
                    <a:p>
                      <a:pPr algn="ctr">
                        <a:spcAft>
                          <a:spcPts val="0"/>
                        </a:spcAft>
                      </a:pPr>
                      <a:r>
                        <a:rPr lang="en-US" altLang="zh-CN" sz="1100" spc="150" dirty="0" smtClean="0">
                          <a:latin typeface="+mn-ea"/>
                          <a:ea typeface="+mn-ea"/>
                        </a:rPr>
                        <a:t>X</a:t>
                      </a:r>
                      <a:r>
                        <a:rPr lang="zh-CN" altLang="zh-CN" sz="1100" spc="150" dirty="0" smtClean="0">
                          <a:latin typeface="+mn-ea"/>
                          <a:ea typeface="+mn-ea"/>
                        </a:rPr>
                        <a:t>月</a:t>
                      </a:r>
                      <a:r>
                        <a:rPr lang="en-US" altLang="zh-CN" sz="1100" spc="150" dirty="0" smtClean="0">
                          <a:latin typeface="+mn-ea"/>
                          <a:ea typeface="+mn-ea"/>
                        </a:rPr>
                        <a:t>X</a:t>
                      </a:r>
                      <a:r>
                        <a:rPr lang="zh-CN" altLang="zh-CN" sz="1100" spc="150" dirty="0" smtClean="0">
                          <a:latin typeface="+mn-ea"/>
                          <a:ea typeface="+mn-ea"/>
                        </a:rPr>
                        <a:t>日</a:t>
                      </a:r>
                      <a:endParaRPr lang="zh-CN" alt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014">
                <a:tc>
                  <a:txBody>
                    <a:bodyPr/>
                    <a:lstStyle/>
                    <a:p>
                      <a:pPr algn="ctr">
                        <a:spcAft>
                          <a:spcPts val="0"/>
                        </a:spcAft>
                      </a:pPr>
                      <a:r>
                        <a:rPr lang="en-US" altLang="zh-CN" sz="1100" spc="150" dirty="0" smtClean="0">
                          <a:latin typeface="+mn-ea"/>
                          <a:ea typeface="+mn-ea"/>
                        </a:rPr>
                        <a:t>X</a:t>
                      </a:r>
                      <a:r>
                        <a:rPr lang="zh-CN" altLang="zh-CN" sz="1100" spc="150" dirty="0" smtClean="0">
                          <a:latin typeface="+mn-ea"/>
                          <a:ea typeface="+mn-ea"/>
                        </a:rPr>
                        <a:t>月</a:t>
                      </a:r>
                      <a:r>
                        <a:rPr lang="en-US" altLang="zh-CN" sz="1100" spc="150" dirty="0" smtClean="0">
                          <a:latin typeface="+mn-ea"/>
                          <a:ea typeface="+mn-ea"/>
                        </a:rPr>
                        <a:t>X</a:t>
                      </a:r>
                      <a:r>
                        <a:rPr lang="zh-CN" altLang="zh-CN" sz="1100" spc="150" dirty="0" smtClean="0">
                          <a:latin typeface="+mn-ea"/>
                          <a:ea typeface="+mn-ea"/>
                        </a:rPr>
                        <a:t>日</a:t>
                      </a:r>
                      <a:endParaRPr lang="zh-CN" alt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014">
                <a:tc>
                  <a:txBody>
                    <a:bodyPr/>
                    <a:lstStyle/>
                    <a:p>
                      <a:pPr algn="ctr">
                        <a:spcAft>
                          <a:spcPts val="0"/>
                        </a:spcAft>
                      </a:pPr>
                      <a:r>
                        <a:rPr lang="en-US" altLang="zh-CN" sz="1100" spc="150" dirty="0" smtClean="0">
                          <a:latin typeface="+mn-ea"/>
                          <a:ea typeface="+mn-ea"/>
                        </a:rPr>
                        <a:t>X</a:t>
                      </a:r>
                      <a:r>
                        <a:rPr lang="zh-CN" altLang="zh-CN" sz="1100" spc="150" dirty="0" smtClean="0">
                          <a:latin typeface="+mn-ea"/>
                          <a:ea typeface="+mn-ea"/>
                        </a:rPr>
                        <a:t>月</a:t>
                      </a:r>
                      <a:r>
                        <a:rPr lang="en-US" altLang="zh-CN" sz="1100" spc="150" dirty="0" smtClean="0">
                          <a:latin typeface="+mn-ea"/>
                          <a:ea typeface="+mn-ea"/>
                        </a:rPr>
                        <a:t>X</a:t>
                      </a:r>
                      <a:r>
                        <a:rPr lang="zh-CN" altLang="zh-CN" sz="1100" spc="150" dirty="0" smtClean="0">
                          <a:latin typeface="+mn-ea"/>
                          <a:ea typeface="+mn-ea"/>
                        </a:rPr>
                        <a:t>日</a:t>
                      </a:r>
                      <a:endParaRPr lang="zh-CN" alt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014">
                <a:tc>
                  <a:txBody>
                    <a:bodyPr/>
                    <a:lstStyle/>
                    <a:p>
                      <a:pPr algn="ctr">
                        <a:spcAft>
                          <a:spcPts val="0"/>
                        </a:spcAft>
                      </a:pPr>
                      <a:r>
                        <a:rPr lang="en-US" altLang="zh-CN" sz="1100" spc="150" dirty="0" smtClean="0">
                          <a:latin typeface="+mn-ea"/>
                          <a:ea typeface="+mn-ea"/>
                        </a:rPr>
                        <a:t>X</a:t>
                      </a:r>
                      <a:r>
                        <a:rPr lang="zh-CN" sz="1100" spc="150" dirty="0" smtClean="0">
                          <a:latin typeface="+mn-ea"/>
                          <a:ea typeface="+mn-ea"/>
                        </a:rPr>
                        <a:t>月</a:t>
                      </a:r>
                      <a:r>
                        <a:rPr lang="en-US" altLang="zh-CN" sz="1100" spc="150" dirty="0" smtClean="0">
                          <a:latin typeface="+mn-ea"/>
                          <a:ea typeface="+mn-ea"/>
                        </a:rPr>
                        <a:t>X</a:t>
                      </a:r>
                      <a:r>
                        <a:rPr lang="zh-CN" sz="1100" spc="150" dirty="0" smtClean="0">
                          <a:latin typeface="+mn-ea"/>
                          <a:ea typeface="+mn-ea"/>
                        </a:rPr>
                        <a:t>日</a:t>
                      </a: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2054">
                <a:tc>
                  <a:txBody>
                    <a:bodyPr/>
                    <a:lstStyle/>
                    <a:p>
                      <a:pPr algn="ctr">
                        <a:spcAft>
                          <a:spcPts val="0"/>
                        </a:spcAft>
                      </a:pPr>
                      <a:r>
                        <a:rPr lang="en-US" altLang="zh-CN" sz="1100" spc="150" dirty="0" smtClean="0">
                          <a:latin typeface="+mn-ea"/>
                          <a:ea typeface="+mn-ea"/>
                        </a:rPr>
                        <a:t>X</a:t>
                      </a:r>
                      <a:r>
                        <a:rPr lang="zh-CN" altLang="zh-CN" sz="1100" spc="150" dirty="0" smtClean="0">
                          <a:latin typeface="+mn-ea"/>
                          <a:ea typeface="+mn-ea"/>
                        </a:rPr>
                        <a:t>月</a:t>
                      </a:r>
                      <a:r>
                        <a:rPr lang="en-US" altLang="zh-CN" sz="1100" spc="150" dirty="0" smtClean="0">
                          <a:latin typeface="+mn-ea"/>
                          <a:ea typeface="+mn-ea"/>
                        </a:rPr>
                        <a:t>X</a:t>
                      </a:r>
                      <a:r>
                        <a:rPr lang="zh-CN" altLang="zh-CN" sz="1100" spc="150" dirty="0" smtClean="0">
                          <a:latin typeface="+mn-ea"/>
                          <a:ea typeface="+mn-ea"/>
                        </a:rPr>
                        <a:t>日</a:t>
                      </a:r>
                      <a:endParaRPr lang="zh-CN" alt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014">
                <a:tc>
                  <a:txBody>
                    <a:bodyPr/>
                    <a:lstStyle/>
                    <a:p>
                      <a:pPr algn="ctr">
                        <a:spcAft>
                          <a:spcPts val="0"/>
                        </a:spcAft>
                      </a:pPr>
                      <a:r>
                        <a:rPr lang="en-US" altLang="zh-CN" sz="1100" spc="150" dirty="0" smtClean="0">
                          <a:latin typeface="+mn-ea"/>
                          <a:ea typeface="+mn-ea"/>
                        </a:rPr>
                        <a:t>X</a:t>
                      </a:r>
                      <a:r>
                        <a:rPr lang="zh-CN" altLang="zh-CN" sz="1100" spc="150" dirty="0" smtClean="0">
                          <a:latin typeface="+mn-ea"/>
                          <a:ea typeface="+mn-ea"/>
                        </a:rPr>
                        <a:t>月</a:t>
                      </a:r>
                      <a:r>
                        <a:rPr lang="en-US" altLang="zh-CN" sz="1100" spc="150" dirty="0" smtClean="0">
                          <a:latin typeface="+mn-ea"/>
                          <a:ea typeface="+mn-ea"/>
                        </a:rPr>
                        <a:t>X</a:t>
                      </a:r>
                      <a:r>
                        <a:rPr lang="zh-CN" altLang="zh-CN" sz="1100" spc="150" dirty="0" smtClean="0">
                          <a:latin typeface="+mn-ea"/>
                          <a:ea typeface="+mn-ea"/>
                        </a:rPr>
                        <a:t>日</a:t>
                      </a:r>
                      <a:endParaRPr lang="zh-CN" alt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endParaRPr 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014">
                <a:tc>
                  <a:txBody>
                    <a:bodyPr/>
                    <a:lstStyle/>
                    <a:p>
                      <a:pPr algn="ctr">
                        <a:spcAft>
                          <a:spcPts val="0"/>
                        </a:spcAft>
                      </a:pPr>
                      <a:r>
                        <a:rPr lang="en-US" altLang="zh-CN" sz="1100" spc="150" dirty="0" smtClean="0">
                          <a:latin typeface="+mn-ea"/>
                          <a:ea typeface="+mn-ea"/>
                        </a:rPr>
                        <a:t>X</a:t>
                      </a:r>
                      <a:r>
                        <a:rPr lang="zh-CN" altLang="zh-CN" sz="1100" spc="150" dirty="0" smtClean="0">
                          <a:latin typeface="+mn-ea"/>
                          <a:ea typeface="+mn-ea"/>
                        </a:rPr>
                        <a:t>月</a:t>
                      </a:r>
                      <a:r>
                        <a:rPr lang="en-US" altLang="zh-CN" sz="1100" spc="150" dirty="0" smtClean="0">
                          <a:latin typeface="+mn-ea"/>
                          <a:ea typeface="+mn-ea"/>
                        </a:rPr>
                        <a:t>X</a:t>
                      </a:r>
                      <a:r>
                        <a:rPr lang="zh-CN" altLang="zh-CN" sz="1100" spc="150" dirty="0" smtClean="0">
                          <a:latin typeface="+mn-ea"/>
                          <a:ea typeface="+mn-ea"/>
                        </a:rPr>
                        <a:t>日</a:t>
                      </a:r>
                      <a:endParaRPr lang="zh-CN" altLang="zh-CN"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zh-CN" sz="1100" spc="150" dirty="0">
                          <a:latin typeface="+mn-ea"/>
                          <a:ea typeface="+mn-ea"/>
                        </a:rPr>
                        <a:t>各部门负责人</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zh-CN" sz="1100" spc="150" dirty="0">
                          <a:latin typeface="+mn-ea"/>
                          <a:ea typeface="+mn-ea"/>
                        </a:rPr>
                        <a:t>末次会议召开</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352">
                <a:tc rowSpan="2">
                  <a:txBody>
                    <a:bodyPr/>
                    <a:lstStyle/>
                    <a:p>
                      <a:pPr algn="ctr">
                        <a:spcAft>
                          <a:spcPts val="0"/>
                        </a:spcAft>
                      </a:pPr>
                      <a:r>
                        <a:rPr lang="zh-CN" sz="1100" spc="150">
                          <a:latin typeface="+mn-ea"/>
                          <a:ea typeface="+mn-ea"/>
                        </a:rPr>
                        <a:t>签名</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100" spc="150">
                          <a:latin typeface="+mn-ea"/>
                          <a:ea typeface="+mn-ea"/>
                        </a:rPr>
                        <a:t>内审组长</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100" spc="150" dirty="0">
                          <a:latin typeface="+mn-ea"/>
                          <a:ea typeface="+mn-ea"/>
                        </a:rPr>
                        <a:t>管理者代表</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100" spc="150" dirty="0">
                          <a:latin typeface="+mn-ea"/>
                          <a:ea typeface="+mn-ea"/>
                        </a:rPr>
                        <a:t>总经理批准</a:t>
                      </a: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91084">
                <a:tc vMerge="1">
                  <a:txBody>
                    <a:bodyPr/>
                    <a:lstStyle/>
                    <a:p>
                      <a:endParaRPr lang="zh-CN" altLang="en-US"/>
                    </a:p>
                  </a:txBody>
                  <a:tcPr/>
                </a:tc>
                <a:tc>
                  <a:txBody>
                    <a:bodyPr/>
                    <a:lstStyle/>
                    <a:p>
                      <a:endParaRPr lang="zh-CN" altLang="en-US" sz="110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1100" spc="15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altLang="en-US" sz="1100" dirty="0">
                        <a:latin typeface="+mn-ea"/>
                        <a:ea typeface="+mn-ea"/>
                      </a:endParaRPr>
                    </a:p>
                  </a:txBody>
                  <a:tcPr marL="30573" marR="30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TextBox 4"/>
          <p:cNvSpPr txBox="1"/>
          <p:nvPr/>
        </p:nvSpPr>
        <p:spPr>
          <a:xfrm>
            <a:off x="357158" y="76180"/>
            <a:ext cx="2857520" cy="461665"/>
          </a:xfrm>
          <a:prstGeom prst="rect">
            <a:avLst/>
          </a:prstGeom>
          <a:noFill/>
        </p:spPr>
        <p:txBody>
          <a:bodyPr wrap="square" rtlCol="0">
            <a:spAutoFit/>
          </a:bodyPr>
          <a:lstStyle/>
          <a:p>
            <a:r>
              <a:rPr lang="en-US" altLang="zh-CN" sz="2400" b="1" dirty="0" smtClean="0">
                <a:solidFill>
                  <a:schemeClr val="bg1"/>
                </a:solidFill>
                <a:latin typeface="宋体" pitchFamily="2" charset="-122"/>
                <a:ea typeface="宋体" pitchFamily="2" charset="-122"/>
              </a:rPr>
              <a:t>2.7</a:t>
            </a:r>
            <a:r>
              <a:rPr lang="zh-CN" altLang="en-US" sz="2400" b="1" dirty="0" smtClean="0">
                <a:solidFill>
                  <a:schemeClr val="bg1"/>
                </a:solidFill>
                <a:latin typeface="宋体" pitchFamily="2" charset="-122"/>
                <a:ea typeface="宋体" pitchFamily="2" charset="-122"/>
              </a:rPr>
              <a:t>内审计划</a:t>
            </a:r>
            <a:endParaRPr lang="zh-CN" altLang="en-US" sz="2400" b="1" dirty="0">
              <a:solidFill>
                <a:schemeClr val="bg1"/>
              </a:solidFill>
              <a:latin typeface="宋体" pitchFamily="2" charset="-122"/>
              <a:ea typeface="宋体" pitchFamily="2" charset="-122"/>
            </a:endParaRPr>
          </a:p>
        </p:txBody>
      </p:sp>
    </p:spTree>
  </p:cSld>
  <p:clrMapOvr>
    <a:masterClrMapping/>
  </p:clrMapOvr>
  <p:transition advClick="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5720" y="50589"/>
            <a:ext cx="4071966" cy="525657"/>
          </a:xfrm>
          <a:prstGeom prst="rect">
            <a:avLst/>
          </a:prstGeom>
        </p:spPr>
        <p:txBody>
          <a:bodyPr wrap="square">
            <a:spAutoFit/>
          </a:bodyPr>
          <a:lstStyle/>
          <a:p>
            <a:pPr lvl="0" defTabSz="914400">
              <a:lnSpc>
                <a:spcPct val="130000"/>
              </a:lnSpc>
              <a:defRPr/>
            </a:pPr>
            <a:r>
              <a:rPr lang="en-US" altLang="zh-CN" sz="2400" b="1" dirty="0" smtClean="0">
                <a:solidFill>
                  <a:schemeClr val="bg1"/>
                </a:solidFill>
                <a:latin typeface="微软雅黑" pitchFamily="34" charset="-122"/>
                <a:ea typeface="微软雅黑" pitchFamily="34" charset="-122"/>
              </a:rPr>
              <a:t>2.8</a:t>
            </a:r>
            <a:r>
              <a:rPr lang="zh-CN" altLang="en-US" sz="2400" b="1" dirty="0" smtClean="0">
                <a:solidFill>
                  <a:schemeClr val="bg1"/>
                </a:solidFill>
                <a:latin typeface="微软雅黑" pitchFamily="34" charset="-122"/>
                <a:ea typeface="微软雅黑" pitchFamily="34" charset="-122"/>
              </a:rPr>
              <a:t>审核工作文件的准备（一）</a:t>
            </a:r>
          </a:p>
        </p:txBody>
      </p:sp>
      <p:sp>
        <p:nvSpPr>
          <p:cNvPr id="3" name="Rectangle 3"/>
          <p:cNvSpPr txBox="1">
            <a:spLocks noChangeArrowheads="1"/>
          </p:cNvSpPr>
          <p:nvPr/>
        </p:nvSpPr>
        <p:spPr>
          <a:xfrm>
            <a:off x="285720" y="647684"/>
            <a:ext cx="8416925" cy="4881581"/>
          </a:xfrm>
          <a:prstGeom prst="rect">
            <a:avLst/>
          </a:prstGeom>
        </p:spPr>
        <p:txBody>
          <a:bodyPr vert="horz" lIns="103163" tIns="51581" rIns="103163" bIns="51581" rtlCol="0">
            <a:normAutofit lnSpcReduction="10000"/>
          </a:bodyPr>
          <a:lstStyle/>
          <a:p>
            <a:pPr marL="386860" marR="0" lvl="0" indent="-386860" algn="l" defTabSz="1031626" rtl="0" eaLnBrk="1" fontAlgn="auto" latinLnBrk="0" hangingPunct="1">
              <a:lnSpc>
                <a:spcPct val="120000"/>
              </a:lnSpc>
              <a:spcBef>
                <a:spcPct val="20000"/>
              </a:spcBef>
              <a:spcAft>
                <a:spcPts val="600"/>
              </a:spcAft>
              <a:buClrTx/>
              <a:buSzTx/>
              <a:buFontTx/>
              <a:buNone/>
              <a:tabLst/>
              <a:defRPr/>
            </a:pPr>
            <a:r>
              <a:rPr kumimoji="0" lang="zh-CN" altLang="en-US" sz="1600" b="1" i="0" u="none" strike="noStrike" kern="1200" cap="none" spc="0" normalizeH="0" baseline="0" noProof="0" dirty="0" smtClean="0">
                <a:ln>
                  <a:noFill/>
                </a:ln>
                <a:solidFill>
                  <a:schemeClr val="tx1"/>
                </a:solidFill>
                <a:effectLst/>
                <a:uLnTx/>
                <a:uFillTx/>
                <a:latin typeface="+mn-lt"/>
                <a:ea typeface="+mn-ea"/>
                <a:cs typeface="+mn-cs"/>
              </a:rPr>
              <a:t>审核工作文件：</a:t>
            </a:r>
          </a:p>
          <a:p>
            <a:pPr marL="266700" marR="0" lvl="0" indent="-266700" algn="l" defTabSz="1031626"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500" i="0" u="none" strike="noStrike" kern="1200" cap="none" spc="0" normalizeH="0" baseline="0" noProof="0" dirty="0" smtClean="0">
                <a:ln>
                  <a:noFill/>
                </a:ln>
                <a:solidFill>
                  <a:schemeClr val="tx1"/>
                </a:solidFill>
                <a:effectLst/>
                <a:uLnTx/>
                <a:uFillTx/>
                <a:latin typeface="+mn-lt"/>
                <a:ea typeface="+mn-ea"/>
                <a:cs typeface="+mn-cs"/>
              </a:rPr>
              <a:t>检查表：</a:t>
            </a:r>
            <a:endParaRPr kumimoji="0" lang="en-US" altLang="zh-CN" sz="1500" i="0" u="none" strike="noStrike" kern="1200" cap="none" spc="0" normalizeH="0" baseline="0" noProof="0" dirty="0" smtClean="0">
              <a:ln>
                <a:noFill/>
              </a:ln>
              <a:solidFill>
                <a:schemeClr val="tx1"/>
              </a:solidFill>
              <a:effectLst/>
              <a:uLnTx/>
              <a:uFillTx/>
              <a:latin typeface="+mn-lt"/>
              <a:ea typeface="+mn-ea"/>
              <a:cs typeface="+mn-cs"/>
            </a:endParaRPr>
          </a:p>
          <a:p>
            <a:pPr marL="266700" marR="0" lvl="0" indent="-266700" algn="l" defTabSz="1031626" rtl="0" eaLnBrk="1" fontAlgn="auto" latinLnBrk="0" hangingPunct="1">
              <a:lnSpc>
                <a:spcPct val="100000"/>
              </a:lnSpc>
              <a:spcBef>
                <a:spcPct val="20000"/>
              </a:spcBef>
              <a:spcAft>
                <a:spcPts val="0"/>
              </a:spcAft>
              <a:buClrTx/>
              <a:buSzTx/>
              <a:tabLst/>
              <a:defRPr/>
            </a:pPr>
            <a:r>
              <a:rPr lang="en-US" altLang="zh-CN" sz="1500" b="0" dirty="0" smtClean="0"/>
              <a:t>           </a:t>
            </a: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审核员的工作文件，审核提纲（参考文件、备忘录）或工具，是审核策划主要输出文件之一。</a:t>
            </a:r>
          </a:p>
          <a:p>
            <a:pPr marL="266700" marR="0" lvl="0" indent="-266700" algn="l" defTabSz="1031626" rtl="0" eaLnBrk="1" fontAlgn="auto" latinLnBrk="0" hangingPunct="1">
              <a:lnSpc>
                <a:spcPct val="100000"/>
              </a:lnSpc>
              <a:spcBef>
                <a:spcPct val="20000"/>
              </a:spcBef>
              <a:spcAft>
                <a:spcPts val="0"/>
              </a:spcAft>
              <a:buClrTx/>
              <a:buSzTx/>
              <a:buFontTx/>
              <a:buNone/>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500" b="0" i="0" u="none" strike="noStrike" kern="1200" cap="none" spc="0" normalizeH="0" noProof="0" dirty="0" smtClean="0">
                <a:ln>
                  <a:noFill/>
                </a:ln>
                <a:solidFill>
                  <a:schemeClr val="tx1"/>
                </a:solidFill>
                <a:effectLst/>
                <a:uLnTx/>
                <a:uFillTx/>
                <a:latin typeface="+mn-lt"/>
                <a:ea typeface="+mn-ea"/>
                <a:cs typeface="+mn-cs"/>
              </a:rPr>
              <a:t>  </a:t>
            </a: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具体描述了需要审核的内容（查什么）和审核的抽样方法和凭证。</a:t>
            </a:r>
          </a:p>
          <a:p>
            <a:pPr marL="266700" marR="0" lvl="0" indent="-266700" algn="l" defTabSz="1031626"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审核记录表（可以与检查表合一）。</a:t>
            </a:r>
          </a:p>
          <a:p>
            <a:pPr marL="266700" marR="0" lvl="0" indent="-266700" algn="l" defTabSz="1031626"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不合格报告表格</a:t>
            </a:r>
          </a:p>
          <a:p>
            <a:pPr marL="266700" marR="0" lvl="0" indent="-266700" algn="l" defTabSz="1031626"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审核报告表格</a:t>
            </a:r>
            <a:endParaRPr kumimoji="0" lang="en-US" altLang="zh-CN" sz="1500" b="0" i="0" u="none" strike="noStrike" kern="1200" cap="none" spc="0" normalizeH="0" baseline="0" noProof="0" dirty="0" smtClean="0">
              <a:ln>
                <a:noFill/>
              </a:ln>
              <a:solidFill>
                <a:schemeClr val="tx1"/>
              </a:solidFill>
              <a:effectLst/>
              <a:uLnTx/>
              <a:uFillTx/>
              <a:latin typeface="+mn-lt"/>
              <a:ea typeface="+mn-ea"/>
              <a:cs typeface="+mn-cs"/>
            </a:endParaRPr>
          </a:p>
          <a:p>
            <a:pPr>
              <a:lnSpc>
                <a:spcPct val="110000"/>
              </a:lnSpc>
              <a:spcBef>
                <a:spcPts val="600"/>
              </a:spcBef>
              <a:buFontTx/>
              <a:buNone/>
            </a:pPr>
            <a:r>
              <a:rPr lang="zh-CN" altLang="en-US" sz="1600" b="1" dirty="0" smtClean="0"/>
              <a:t>检查表作用：</a:t>
            </a:r>
          </a:p>
          <a:p>
            <a:pPr marL="266700" indent="-266700">
              <a:lnSpc>
                <a:spcPct val="120000"/>
              </a:lnSpc>
              <a:spcBef>
                <a:spcPct val="20000"/>
              </a:spcBef>
              <a:buFont typeface="Arial" pitchFamily="34" charset="0"/>
              <a:buChar char="•"/>
            </a:pPr>
            <a:r>
              <a:rPr lang="zh-CN" altLang="en-US" sz="1500" dirty="0" smtClean="0"/>
              <a:t>确保审核目标的清晰和明确 </a:t>
            </a:r>
          </a:p>
          <a:p>
            <a:pPr marL="266700" indent="-266700">
              <a:lnSpc>
                <a:spcPct val="120000"/>
              </a:lnSpc>
              <a:spcBef>
                <a:spcPct val="20000"/>
              </a:spcBef>
              <a:buFont typeface="Arial" pitchFamily="34" charset="0"/>
              <a:buChar char="•"/>
            </a:pPr>
            <a:r>
              <a:rPr lang="zh-CN" altLang="en-US" sz="1500" dirty="0" smtClean="0"/>
              <a:t>保持审核内容的周密和完整</a:t>
            </a:r>
          </a:p>
          <a:p>
            <a:pPr marL="266700" indent="-266700">
              <a:lnSpc>
                <a:spcPct val="120000"/>
              </a:lnSpc>
              <a:spcBef>
                <a:spcPct val="20000"/>
              </a:spcBef>
              <a:buFont typeface="Arial" pitchFamily="34" charset="0"/>
              <a:buChar char="•"/>
            </a:pPr>
            <a:r>
              <a:rPr lang="zh-CN" altLang="en-US" sz="1500" dirty="0" smtClean="0"/>
              <a:t>保持审核节奏和连续性（时间控制）</a:t>
            </a:r>
          </a:p>
          <a:p>
            <a:pPr marL="266700" indent="-266700">
              <a:lnSpc>
                <a:spcPct val="120000"/>
              </a:lnSpc>
              <a:spcBef>
                <a:spcPct val="20000"/>
              </a:spcBef>
              <a:buFont typeface="Arial" pitchFamily="34" charset="0"/>
              <a:buChar char="•"/>
            </a:pPr>
            <a:r>
              <a:rPr lang="zh-CN" altLang="en-US" sz="1500" dirty="0" smtClean="0"/>
              <a:t>减少审核员的偏见和随意性</a:t>
            </a:r>
          </a:p>
          <a:p>
            <a:pPr>
              <a:lnSpc>
                <a:spcPct val="110000"/>
              </a:lnSpc>
              <a:spcBef>
                <a:spcPts val="600"/>
              </a:spcBef>
              <a:buFontTx/>
              <a:buNone/>
            </a:pPr>
            <a:r>
              <a:rPr lang="zh-CN" altLang="en-US" sz="1600" b="1" dirty="0" smtClean="0"/>
              <a:t>检查表的内容：</a:t>
            </a:r>
          </a:p>
          <a:p>
            <a:pPr marL="266700" indent="-266700">
              <a:lnSpc>
                <a:spcPct val="120000"/>
              </a:lnSpc>
              <a:spcBef>
                <a:spcPct val="20000"/>
              </a:spcBef>
              <a:buFont typeface="Arial" pitchFamily="34" charset="0"/>
              <a:buChar char="•"/>
            </a:pPr>
            <a:r>
              <a:rPr lang="zh-CN" altLang="en-US" sz="1500" dirty="0" smtClean="0"/>
              <a:t>确保审核内容完整</a:t>
            </a:r>
            <a:r>
              <a:rPr lang="en-US" altLang="zh-CN" sz="1500" dirty="0" smtClean="0"/>
              <a:t>——</a:t>
            </a:r>
            <a:r>
              <a:rPr lang="zh-CN" altLang="en-US" sz="1500" dirty="0" smtClean="0"/>
              <a:t>明确查什么（列出审核项目和要点，标准的内容不能遗漏并把标准细化到可以检查的方法）</a:t>
            </a:r>
          </a:p>
          <a:p>
            <a:pPr marL="266700" indent="-266700">
              <a:lnSpc>
                <a:spcPct val="120000"/>
              </a:lnSpc>
              <a:spcBef>
                <a:spcPct val="20000"/>
              </a:spcBef>
              <a:buFont typeface="Arial" pitchFamily="34" charset="0"/>
              <a:buChar char="•"/>
            </a:pPr>
            <a:r>
              <a:rPr lang="zh-CN" altLang="en-US" sz="1500" dirty="0" smtClean="0"/>
              <a:t>明确审核步骤和方法</a:t>
            </a:r>
            <a:r>
              <a:rPr lang="en-US" altLang="zh-CN" sz="1500" dirty="0" smtClean="0"/>
              <a:t>——</a:t>
            </a:r>
            <a:r>
              <a:rPr lang="zh-CN" altLang="en-US" sz="1500" dirty="0" smtClean="0"/>
              <a:t>指示查什么（抽样方案设计）</a:t>
            </a:r>
          </a:p>
          <a:p>
            <a:pPr marL="386860" marR="0" lvl="0" indent="-386860" algn="l" defTabSz="1031626" rtl="0" eaLnBrk="1" fontAlgn="auto" latinLnBrk="0" hangingPunct="1">
              <a:lnSpc>
                <a:spcPct val="100000"/>
              </a:lnSpc>
              <a:spcBef>
                <a:spcPct val="20000"/>
              </a:spcBef>
              <a:spcAft>
                <a:spcPts val="0"/>
              </a:spcAft>
              <a:buClrTx/>
              <a:buSzTx/>
              <a:buFont typeface="Arial" pitchFamily="34" charset="0"/>
              <a:buChar char="•"/>
              <a:tabLst/>
              <a:defRPr/>
            </a:pP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428596" y="719122"/>
            <a:ext cx="8416925" cy="4576754"/>
          </a:xfrm>
          <a:prstGeom prst="rect">
            <a:avLst/>
          </a:prstGeom>
          <a:noFill/>
          <a:ln w="9525">
            <a:noFill/>
            <a:miter lim="800000"/>
            <a:headEnd/>
            <a:tailEnd/>
          </a:ln>
          <a:effectLst/>
        </p:spPr>
        <p:txBody>
          <a:bodyPr/>
          <a:lstStyle/>
          <a:p>
            <a:pPr marL="342900" indent="-342900">
              <a:lnSpc>
                <a:spcPct val="90000"/>
              </a:lnSpc>
              <a:spcBef>
                <a:spcPct val="20000"/>
              </a:spcBef>
              <a:buSzPct val="85000"/>
            </a:pPr>
            <a:r>
              <a:rPr lang="zh-CN" altLang="en-US" sz="1800" b="1" dirty="0">
                <a:latin typeface="Arial" pitchFamily="34" charset="0"/>
              </a:rPr>
              <a:t>如何编制审核检查表：</a:t>
            </a:r>
          </a:p>
          <a:p>
            <a:pPr marL="342900" indent="-342900">
              <a:lnSpc>
                <a:spcPct val="150000"/>
              </a:lnSpc>
              <a:spcBef>
                <a:spcPct val="20000"/>
              </a:spcBef>
              <a:buSzPct val="85000"/>
              <a:buFont typeface="Arial" pitchFamily="34" charset="0"/>
              <a:buChar char="•"/>
            </a:pPr>
            <a:r>
              <a:rPr lang="zh-CN" altLang="en-US" sz="1600" dirty="0">
                <a:latin typeface="Arial" pitchFamily="34" charset="0"/>
              </a:rPr>
              <a:t>以认证标准及审核方质量管理体系文件以及相应法规法律等补充要求为</a:t>
            </a:r>
            <a:r>
              <a:rPr lang="zh-CN" altLang="en-US" sz="1600" dirty="0" smtClean="0">
                <a:latin typeface="Arial" pitchFamily="34" charset="0"/>
              </a:rPr>
              <a:t>依据。</a:t>
            </a:r>
            <a:endParaRPr lang="zh-CN" altLang="en-US" sz="1600" dirty="0">
              <a:latin typeface="Arial" pitchFamily="34" charset="0"/>
            </a:endParaRPr>
          </a:p>
          <a:p>
            <a:pPr marL="342900" indent="-342900">
              <a:lnSpc>
                <a:spcPct val="150000"/>
              </a:lnSpc>
              <a:spcBef>
                <a:spcPct val="20000"/>
              </a:spcBef>
              <a:buSzPct val="85000"/>
              <a:buFont typeface="Arial" pitchFamily="34" charset="0"/>
              <a:buChar char="•"/>
            </a:pPr>
            <a:r>
              <a:rPr lang="zh-CN" altLang="en-US" sz="1600" dirty="0">
                <a:latin typeface="Arial" pitchFamily="34" charset="0"/>
              </a:rPr>
              <a:t>按照部门审核为主，列出主要过程和相关过程（接口），也可按照过程审核，列出主要部门和相关</a:t>
            </a:r>
            <a:r>
              <a:rPr lang="zh-CN" altLang="en-US" sz="1600" dirty="0" smtClean="0">
                <a:latin typeface="Arial" pitchFamily="34" charset="0"/>
              </a:rPr>
              <a:t>部门。</a:t>
            </a:r>
            <a:endParaRPr lang="zh-CN" altLang="en-US" sz="1600" dirty="0">
              <a:latin typeface="Arial" pitchFamily="34" charset="0"/>
            </a:endParaRPr>
          </a:p>
          <a:p>
            <a:pPr marL="342900" indent="-342900">
              <a:lnSpc>
                <a:spcPct val="150000"/>
              </a:lnSpc>
              <a:spcBef>
                <a:spcPct val="20000"/>
              </a:spcBef>
              <a:buSzPct val="85000"/>
              <a:buFont typeface="Arial" pitchFamily="34" charset="0"/>
              <a:buChar char="•"/>
            </a:pPr>
            <a:r>
              <a:rPr lang="zh-CN" altLang="en-US" sz="1600" dirty="0">
                <a:latin typeface="Arial" pitchFamily="34" charset="0"/>
              </a:rPr>
              <a:t>检查表应反映过程方法，体现</a:t>
            </a:r>
            <a:r>
              <a:rPr lang="en-US" altLang="zh-CN" sz="1600" dirty="0">
                <a:latin typeface="Arial" pitchFamily="34" charset="0"/>
              </a:rPr>
              <a:t>PDCA</a:t>
            </a:r>
            <a:r>
              <a:rPr lang="zh-CN" altLang="en-US" sz="1600" dirty="0">
                <a:latin typeface="Arial" pitchFamily="34" charset="0"/>
              </a:rPr>
              <a:t>循环，列出相应的标准条款（按照</a:t>
            </a:r>
            <a:r>
              <a:rPr lang="en-US" altLang="zh-CN" sz="1600" dirty="0">
                <a:latin typeface="Arial" pitchFamily="34" charset="0"/>
              </a:rPr>
              <a:t>4</a:t>
            </a:r>
            <a:r>
              <a:rPr lang="zh-CN" altLang="en-US" sz="1600" dirty="0">
                <a:latin typeface="Arial" pitchFamily="34" charset="0"/>
              </a:rPr>
              <a:t>、</a:t>
            </a:r>
            <a:r>
              <a:rPr lang="en-US" altLang="zh-CN" sz="1600" dirty="0">
                <a:latin typeface="Arial" pitchFamily="34" charset="0"/>
              </a:rPr>
              <a:t>5</a:t>
            </a:r>
            <a:r>
              <a:rPr lang="zh-CN" altLang="en-US" sz="1600" dirty="0">
                <a:latin typeface="Arial" pitchFamily="34" charset="0"/>
              </a:rPr>
              <a:t>、</a:t>
            </a:r>
            <a:r>
              <a:rPr lang="en-US" altLang="zh-CN" sz="1600" dirty="0">
                <a:latin typeface="Arial" pitchFamily="34" charset="0"/>
              </a:rPr>
              <a:t>6</a:t>
            </a:r>
            <a:r>
              <a:rPr lang="zh-CN" altLang="en-US" sz="1600" dirty="0">
                <a:latin typeface="Arial" pitchFamily="34" charset="0"/>
              </a:rPr>
              <a:t>、</a:t>
            </a:r>
            <a:r>
              <a:rPr lang="en-US" altLang="zh-CN" sz="1600" dirty="0">
                <a:latin typeface="Arial" pitchFamily="34" charset="0"/>
              </a:rPr>
              <a:t>7</a:t>
            </a:r>
            <a:r>
              <a:rPr lang="zh-CN" altLang="en-US" sz="1600" dirty="0">
                <a:latin typeface="Arial" pitchFamily="34" charset="0"/>
              </a:rPr>
              <a:t>、</a:t>
            </a:r>
            <a:r>
              <a:rPr lang="en-US" altLang="zh-CN" sz="1600" dirty="0">
                <a:latin typeface="Arial" pitchFamily="34" charset="0"/>
              </a:rPr>
              <a:t>8</a:t>
            </a:r>
            <a:r>
              <a:rPr lang="zh-CN" altLang="en-US" sz="1600" dirty="0">
                <a:latin typeface="Arial" pitchFamily="34" charset="0"/>
              </a:rPr>
              <a:t>章检查</a:t>
            </a:r>
            <a:r>
              <a:rPr lang="zh-CN" altLang="en-US" sz="1600" dirty="0" smtClean="0">
                <a:latin typeface="Arial" pitchFamily="34" charset="0"/>
              </a:rPr>
              <a:t>）。</a:t>
            </a:r>
            <a:endParaRPr lang="zh-CN" altLang="en-US" sz="1600" dirty="0">
              <a:latin typeface="Arial" pitchFamily="34" charset="0"/>
            </a:endParaRPr>
          </a:p>
          <a:p>
            <a:pPr marL="342900" indent="-342900">
              <a:lnSpc>
                <a:spcPct val="150000"/>
              </a:lnSpc>
              <a:spcBef>
                <a:spcPct val="20000"/>
              </a:spcBef>
              <a:buSzPct val="85000"/>
              <a:buFont typeface="Arial" pitchFamily="34" charset="0"/>
              <a:buChar char="•"/>
            </a:pPr>
            <a:r>
              <a:rPr lang="zh-CN" altLang="en-US" sz="1600" dirty="0">
                <a:latin typeface="Arial" pitchFamily="34" charset="0"/>
              </a:rPr>
              <a:t>过程的流程应清楚，标准条款中必不可少的要求必须审核，对通用情况可以看实际情况确定审核</a:t>
            </a:r>
            <a:r>
              <a:rPr lang="zh-CN" altLang="en-US" sz="1600" dirty="0" smtClean="0">
                <a:latin typeface="Arial" pitchFamily="34" charset="0"/>
              </a:rPr>
              <a:t>内容。</a:t>
            </a:r>
            <a:endParaRPr lang="zh-CN" altLang="en-US" sz="1600" dirty="0">
              <a:latin typeface="Arial" pitchFamily="34" charset="0"/>
            </a:endParaRPr>
          </a:p>
          <a:p>
            <a:pPr marL="342900" indent="-342900">
              <a:lnSpc>
                <a:spcPct val="150000"/>
              </a:lnSpc>
              <a:spcBef>
                <a:spcPct val="20000"/>
              </a:spcBef>
              <a:buSzPct val="85000"/>
              <a:buFont typeface="Arial" pitchFamily="34" charset="0"/>
              <a:buChar char="•"/>
            </a:pPr>
            <a:r>
              <a:rPr lang="zh-CN" altLang="en-US" sz="1600" dirty="0">
                <a:latin typeface="Arial" pitchFamily="34" charset="0"/>
              </a:rPr>
              <a:t>注意重点，识别关键</a:t>
            </a:r>
            <a:r>
              <a:rPr lang="zh-CN" altLang="en-US" sz="1600" dirty="0" smtClean="0">
                <a:latin typeface="Arial" pitchFamily="34" charset="0"/>
              </a:rPr>
              <a:t>过程。</a:t>
            </a:r>
            <a:endParaRPr lang="zh-CN" altLang="en-US" sz="1600" dirty="0">
              <a:latin typeface="Arial" pitchFamily="34" charset="0"/>
            </a:endParaRPr>
          </a:p>
          <a:p>
            <a:pPr marL="342900" indent="-342900">
              <a:lnSpc>
                <a:spcPct val="150000"/>
              </a:lnSpc>
              <a:spcBef>
                <a:spcPct val="20000"/>
              </a:spcBef>
              <a:buSzPct val="85000"/>
              <a:buFont typeface="Arial" pitchFamily="34" charset="0"/>
              <a:buChar char="•"/>
            </a:pPr>
            <a:r>
              <a:rPr lang="zh-CN" altLang="en-US" sz="1600" dirty="0">
                <a:latin typeface="Arial" pitchFamily="34" charset="0"/>
              </a:rPr>
              <a:t>注意逻辑顺序，明确审核</a:t>
            </a:r>
            <a:r>
              <a:rPr lang="zh-CN" altLang="en-US" sz="1600" dirty="0" smtClean="0">
                <a:latin typeface="Arial" pitchFamily="34" charset="0"/>
              </a:rPr>
              <a:t>步骤。</a:t>
            </a:r>
            <a:endParaRPr lang="zh-CN" altLang="en-US" sz="1600" dirty="0">
              <a:latin typeface="Arial" pitchFamily="34" charset="0"/>
            </a:endParaRPr>
          </a:p>
          <a:p>
            <a:pPr marL="342900" indent="-342900">
              <a:lnSpc>
                <a:spcPct val="150000"/>
              </a:lnSpc>
              <a:spcBef>
                <a:spcPct val="20000"/>
              </a:spcBef>
              <a:buSzPct val="85000"/>
              <a:buFont typeface="Arial" pitchFamily="34" charset="0"/>
              <a:buChar char="•"/>
            </a:pPr>
            <a:r>
              <a:rPr lang="zh-CN" altLang="en-US" sz="1600" dirty="0">
                <a:latin typeface="Arial" pitchFamily="34" charset="0"/>
              </a:rPr>
              <a:t>抽样方式和抽样的设计（抽样代表性</a:t>
            </a:r>
            <a:r>
              <a:rPr lang="zh-CN" altLang="en-US" sz="1600" dirty="0" smtClean="0">
                <a:latin typeface="Arial" pitchFamily="34" charset="0"/>
              </a:rPr>
              <a:t>）。</a:t>
            </a:r>
            <a:endParaRPr lang="zh-CN" altLang="en-US" sz="1600" dirty="0">
              <a:latin typeface="Arial" pitchFamily="34" charset="0"/>
            </a:endParaRPr>
          </a:p>
          <a:p>
            <a:pPr marL="342900" indent="-342900">
              <a:lnSpc>
                <a:spcPct val="90000"/>
              </a:lnSpc>
              <a:spcBef>
                <a:spcPct val="20000"/>
              </a:spcBef>
              <a:buSzPct val="85000"/>
            </a:pPr>
            <a:r>
              <a:rPr lang="zh-CN" altLang="en-US" sz="2400" dirty="0">
                <a:latin typeface="Arial" pitchFamily="34" charset="0"/>
              </a:rPr>
              <a:t>     </a:t>
            </a:r>
            <a:endParaRPr lang="zh-CN" altLang="en-US" sz="2400" b="1" dirty="0">
              <a:solidFill>
                <a:srgbClr val="FF0000"/>
              </a:solidFill>
              <a:latin typeface="Arial" pitchFamily="34" charset="0"/>
            </a:endParaRPr>
          </a:p>
        </p:txBody>
      </p:sp>
      <p:sp>
        <p:nvSpPr>
          <p:cNvPr id="3" name="矩形 2"/>
          <p:cNvSpPr/>
          <p:nvPr/>
        </p:nvSpPr>
        <p:spPr>
          <a:xfrm>
            <a:off x="285720" y="4742"/>
            <a:ext cx="4214842" cy="572464"/>
          </a:xfrm>
          <a:prstGeom prst="rect">
            <a:avLst/>
          </a:prstGeom>
        </p:spPr>
        <p:txBody>
          <a:bodyPr wrap="square">
            <a:spAutoFit/>
          </a:bodyPr>
          <a:lstStyle/>
          <a:p>
            <a:pPr lvl="0">
              <a:lnSpc>
                <a:spcPct val="130000"/>
              </a:lnSpc>
              <a:defRPr/>
            </a:pPr>
            <a:r>
              <a:rPr lang="en-US" altLang="zh-CN" sz="2400" b="1" dirty="0" smtClean="0">
                <a:solidFill>
                  <a:schemeClr val="bg1"/>
                </a:solidFill>
                <a:latin typeface="宋体" pitchFamily="2" charset="-122"/>
                <a:ea typeface="宋体" pitchFamily="2" charset="-122"/>
              </a:rPr>
              <a:t>2.8</a:t>
            </a:r>
            <a:r>
              <a:rPr lang="zh-CN" altLang="en-US" sz="2400" b="1" dirty="0" smtClean="0">
                <a:solidFill>
                  <a:schemeClr val="bg1"/>
                </a:solidFill>
                <a:latin typeface="宋体" pitchFamily="2" charset="-122"/>
                <a:ea typeface="宋体" pitchFamily="2" charset="-122"/>
              </a:rPr>
              <a:t>审核工作文件的准备（二）</a:t>
            </a:r>
          </a:p>
        </p:txBody>
      </p:sp>
      <p:sp>
        <p:nvSpPr>
          <p:cNvPr id="4" name="动作按钮: 开始 3">
            <a:hlinkClick r:id="rId2" action="ppaction://hlinksldjump" highlightClick="1"/>
          </p:cNvPr>
          <p:cNvSpPr/>
          <p:nvPr/>
        </p:nvSpPr>
        <p:spPr>
          <a:xfrm>
            <a:off x="8215338" y="5219716"/>
            <a:ext cx="500066" cy="285752"/>
          </a:xfrm>
          <a:prstGeom prst="actionButtonBeginning">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立方体 6"/>
          <p:cNvSpPr/>
          <p:nvPr/>
        </p:nvSpPr>
        <p:spPr>
          <a:xfrm>
            <a:off x="619195" y="3048924"/>
            <a:ext cx="2093913" cy="477837"/>
          </a:xfrm>
          <a:prstGeom prst="cube">
            <a:avLst>
              <a:gd name="adj" fmla="val 42396"/>
            </a:avLst>
          </a:prstGeom>
          <a:solidFill>
            <a:srgbClr val="4AA8C2"/>
          </a:solidFill>
          <a:ln w="12700" cap="flat" cmpd="sng" algn="ctr">
            <a:noFill/>
            <a:prstDash val="solid"/>
          </a:ln>
          <a:effectLst/>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8" name="任意多边形 7"/>
          <p:cNvSpPr/>
          <p:nvPr/>
        </p:nvSpPr>
        <p:spPr>
          <a:xfrm>
            <a:off x="214282" y="3144632"/>
            <a:ext cx="1764788" cy="2075084"/>
          </a:xfrm>
          <a:custGeom>
            <a:avLst/>
            <a:gdLst>
              <a:gd name="connsiteX0" fmla="*/ 266339 w 1764788"/>
              <a:gd name="connsiteY0" fmla="*/ 1384475 h 1844266"/>
              <a:gd name="connsiteX1" fmla="*/ 203546 w 1764788"/>
              <a:gd name="connsiteY1" fmla="*/ 1500210 h 1844266"/>
              <a:gd name="connsiteX2" fmla="*/ 1022270 w 1764788"/>
              <a:gd name="connsiteY2" fmla="*/ 1500210 h 1844266"/>
              <a:gd name="connsiteX3" fmla="*/ 1043597 w 1764788"/>
              <a:gd name="connsiteY3" fmla="*/ 1509044 h 1844266"/>
              <a:gd name="connsiteX4" fmla="*/ 1096331 w 1764788"/>
              <a:gd name="connsiteY4" fmla="*/ 1388011 h 1844266"/>
              <a:gd name="connsiteX5" fmla="*/ 274875 w 1764788"/>
              <a:gd name="connsiteY5" fmla="*/ 1388010 h 1844266"/>
              <a:gd name="connsiteX6" fmla="*/ 366671 w 1764788"/>
              <a:gd name="connsiteY6" fmla="*/ 1199549 h 1844266"/>
              <a:gd name="connsiteX7" fmla="*/ 309259 w 1764788"/>
              <a:gd name="connsiteY7" fmla="*/ 1305367 h 1844266"/>
              <a:gd name="connsiteX8" fmla="*/ 1096846 w 1764788"/>
              <a:gd name="connsiteY8" fmla="*/ 1305367 h 1844266"/>
              <a:gd name="connsiteX9" fmla="*/ 1126065 w 1764788"/>
              <a:gd name="connsiteY9" fmla="*/ 1317470 h 1844266"/>
              <a:gd name="connsiteX10" fmla="*/ 1126553 w 1764788"/>
              <a:gd name="connsiteY10" fmla="*/ 1318647 h 1844266"/>
              <a:gd name="connsiteX11" fmla="*/ 1178443 w 1764788"/>
              <a:gd name="connsiteY11" fmla="*/ 1199550 h 1844266"/>
              <a:gd name="connsiteX12" fmla="*/ 471281 w 1764788"/>
              <a:gd name="connsiteY12" fmla="*/ 1006740 h 1844266"/>
              <a:gd name="connsiteX13" fmla="*/ 411510 w 1764788"/>
              <a:gd name="connsiteY13" fmla="*/ 1116906 h 1844266"/>
              <a:gd name="connsiteX14" fmla="*/ 1184995 w 1764788"/>
              <a:gd name="connsiteY14" fmla="*/ 1116906 h 1844266"/>
              <a:gd name="connsiteX15" fmla="*/ 1209948 w 1764788"/>
              <a:gd name="connsiteY15" fmla="*/ 1127242 h 1844266"/>
              <a:gd name="connsiteX16" fmla="*/ 1262450 w 1764788"/>
              <a:gd name="connsiteY16" fmla="*/ 1006741 h 1844266"/>
              <a:gd name="connsiteX17" fmla="*/ 580254 w 1764788"/>
              <a:gd name="connsiteY17" fmla="*/ 805889 h 1844266"/>
              <a:gd name="connsiteX18" fmla="*/ 516120 w 1764788"/>
              <a:gd name="connsiteY18" fmla="*/ 924097 h 1844266"/>
              <a:gd name="connsiteX19" fmla="*/ 1278926 w 1764788"/>
              <a:gd name="connsiteY19" fmla="*/ 924097 h 1844266"/>
              <a:gd name="connsiteX20" fmla="*/ 1295472 w 1764788"/>
              <a:gd name="connsiteY20" fmla="*/ 930951 h 1844266"/>
              <a:gd name="connsiteX21" fmla="*/ 1348350 w 1764788"/>
              <a:gd name="connsiteY21" fmla="*/ 809586 h 1844266"/>
              <a:gd name="connsiteX22" fmla="*/ 589177 w 1764788"/>
              <a:gd name="connsiteY22" fmla="*/ 809585 h 1844266"/>
              <a:gd name="connsiteX23" fmla="*/ 682497 w 1764788"/>
              <a:gd name="connsiteY23" fmla="*/ 617441 h 1844266"/>
              <a:gd name="connsiteX24" fmla="*/ 623087 w 1764788"/>
              <a:gd name="connsiteY24" fmla="*/ 726942 h 1844266"/>
              <a:gd name="connsiteX25" fmla="*/ 1358207 w 1764788"/>
              <a:gd name="connsiteY25" fmla="*/ 726942 h 1844266"/>
              <a:gd name="connsiteX26" fmla="*/ 1380360 w 1764788"/>
              <a:gd name="connsiteY26" fmla="*/ 736118 h 1844266"/>
              <a:gd name="connsiteX27" fmla="*/ 1430342 w 1764788"/>
              <a:gd name="connsiteY27" fmla="*/ 621402 h 1844266"/>
              <a:gd name="connsiteX28" fmla="*/ 692058 w 1764788"/>
              <a:gd name="connsiteY28" fmla="*/ 621401 h 1844266"/>
              <a:gd name="connsiteX29" fmla="*/ 772212 w 1764788"/>
              <a:gd name="connsiteY29" fmla="*/ 452085 h 1844266"/>
              <a:gd name="connsiteX30" fmla="*/ 725187 w 1764788"/>
              <a:gd name="connsiteY30" fmla="*/ 538758 h 1844266"/>
              <a:gd name="connsiteX31" fmla="*/ 1440437 w 1764788"/>
              <a:gd name="connsiteY31" fmla="*/ 538758 h 1844266"/>
              <a:gd name="connsiteX32" fmla="*/ 1462388 w 1764788"/>
              <a:gd name="connsiteY32" fmla="*/ 547851 h 1844266"/>
              <a:gd name="connsiteX33" fmla="*/ 1504113 w 1764788"/>
              <a:gd name="connsiteY33" fmla="*/ 452086 h 1844266"/>
              <a:gd name="connsiteX34" fmla="*/ 948027 w 1764788"/>
              <a:gd name="connsiteY34" fmla="*/ 1225 h 1844266"/>
              <a:gd name="connsiteX35" fmla="*/ 970529 w 1764788"/>
              <a:gd name="connsiteY35" fmla="*/ 3582 h 1844266"/>
              <a:gd name="connsiteX36" fmla="*/ 979328 w 1764788"/>
              <a:gd name="connsiteY36" fmla="*/ 8357 h 1844266"/>
              <a:gd name="connsiteX37" fmla="*/ 991214 w 1764788"/>
              <a:gd name="connsiteY37" fmla="*/ 48437 h 1844266"/>
              <a:gd name="connsiteX38" fmla="*/ 817051 w 1764788"/>
              <a:gd name="connsiteY38" fmla="*/ 369442 h 1844266"/>
              <a:gd name="connsiteX39" fmla="*/ 1509024 w 1764788"/>
              <a:gd name="connsiteY39" fmla="*/ 369442 h 1844266"/>
              <a:gd name="connsiteX40" fmla="*/ 1535367 w 1764788"/>
              <a:gd name="connsiteY40" fmla="*/ 380354 h 1844266"/>
              <a:gd name="connsiteX41" fmla="*/ 1690663 w 1764788"/>
              <a:gd name="connsiteY41" fmla="*/ 23922 h 1844266"/>
              <a:gd name="connsiteX42" fmla="*/ 1734464 w 1764788"/>
              <a:gd name="connsiteY42" fmla="*/ 6707 h 1844266"/>
              <a:gd name="connsiteX43" fmla="*/ 1744794 w 1764788"/>
              <a:gd name="connsiteY43" fmla="*/ 11207 h 1844266"/>
              <a:gd name="connsiteX44" fmla="*/ 1762010 w 1764788"/>
              <a:gd name="connsiteY44" fmla="*/ 55008 h 1844266"/>
              <a:gd name="connsiteX45" fmla="*/ 991143 w 1764788"/>
              <a:gd name="connsiteY45" fmla="*/ 1824272 h 1844266"/>
              <a:gd name="connsiteX46" fmla="*/ 947342 w 1764788"/>
              <a:gd name="connsiteY46" fmla="*/ 1841488 h 1844266"/>
              <a:gd name="connsiteX47" fmla="*/ 937012 w 1764788"/>
              <a:gd name="connsiteY47" fmla="*/ 1836987 h 1844266"/>
              <a:gd name="connsiteX48" fmla="*/ 919797 w 1764788"/>
              <a:gd name="connsiteY48" fmla="*/ 1793186 h 1844266"/>
              <a:gd name="connsiteX49" fmla="*/ 1011438 w 1764788"/>
              <a:gd name="connsiteY49" fmla="*/ 1582854 h 1844266"/>
              <a:gd name="connsiteX50" fmla="*/ 181299 w 1764788"/>
              <a:gd name="connsiteY50" fmla="*/ 1582853 h 1844266"/>
              <a:gd name="connsiteX51" fmla="*/ 162853 w 1764788"/>
              <a:gd name="connsiteY51" fmla="*/ 1575213 h 1844266"/>
              <a:gd name="connsiteX52" fmla="*/ 64349 w 1764788"/>
              <a:gd name="connsiteY52" fmla="*/ 1756769 h 1844266"/>
              <a:gd name="connsiteX53" fmla="*/ 24268 w 1764788"/>
              <a:gd name="connsiteY53" fmla="*/ 1768655 h 1844266"/>
              <a:gd name="connsiteX54" fmla="*/ 15469 w 1764788"/>
              <a:gd name="connsiteY54" fmla="*/ 1763881 h 1844266"/>
              <a:gd name="connsiteX55" fmla="*/ 3583 w 1764788"/>
              <a:gd name="connsiteY55" fmla="*/ 1723800 h 1844266"/>
              <a:gd name="connsiteX56" fmla="*/ 930448 w 1764788"/>
              <a:gd name="connsiteY56" fmla="*/ 15468 h 1844266"/>
              <a:gd name="connsiteX57" fmla="*/ 948027 w 1764788"/>
              <a:gd name="connsiteY57" fmla="*/ 1225 h 184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64788" h="1844266">
                <a:moveTo>
                  <a:pt x="266339" y="1384475"/>
                </a:moveTo>
                <a:lnTo>
                  <a:pt x="203546" y="1500210"/>
                </a:lnTo>
                <a:lnTo>
                  <a:pt x="1022270" y="1500210"/>
                </a:lnTo>
                <a:lnTo>
                  <a:pt x="1043597" y="1509044"/>
                </a:lnTo>
                <a:lnTo>
                  <a:pt x="1096331" y="1388011"/>
                </a:lnTo>
                <a:lnTo>
                  <a:pt x="274875" y="1388010"/>
                </a:lnTo>
                <a:close/>
                <a:moveTo>
                  <a:pt x="366671" y="1199549"/>
                </a:moveTo>
                <a:lnTo>
                  <a:pt x="309259" y="1305367"/>
                </a:lnTo>
                <a:lnTo>
                  <a:pt x="1096846" y="1305367"/>
                </a:lnTo>
                <a:cubicBezTo>
                  <a:pt x="1108257" y="1305367"/>
                  <a:pt x="1118588" y="1309992"/>
                  <a:pt x="1126065" y="1317470"/>
                </a:cubicBezTo>
                <a:lnTo>
                  <a:pt x="1126553" y="1318647"/>
                </a:lnTo>
                <a:lnTo>
                  <a:pt x="1178443" y="1199550"/>
                </a:lnTo>
                <a:close/>
                <a:moveTo>
                  <a:pt x="471281" y="1006740"/>
                </a:moveTo>
                <a:lnTo>
                  <a:pt x="411510" y="1116906"/>
                </a:lnTo>
                <a:lnTo>
                  <a:pt x="1184995" y="1116906"/>
                </a:lnTo>
                <a:lnTo>
                  <a:pt x="1209948" y="1127242"/>
                </a:lnTo>
                <a:lnTo>
                  <a:pt x="1262450" y="1006741"/>
                </a:lnTo>
                <a:close/>
                <a:moveTo>
                  <a:pt x="580254" y="805889"/>
                </a:moveTo>
                <a:lnTo>
                  <a:pt x="516120" y="924097"/>
                </a:lnTo>
                <a:lnTo>
                  <a:pt x="1278926" y="924097"/>
                </a:lnTo>
                <a:lnTo>
                  <a:pt x="1295472" y="930951"/>
                </a:lnTo>
                <a:lnTo>
                  <a:pt x="1348350" y="809586"/>
                </a:lnTo>
                <a:lnTo>
                  <a:pt x="589177" y="809585"/>
                </a:lnTo>
                <a:close/>
                <a:moveTo>
                  <a:pt x="682497" y="617441"/>
                </a:moveTo>
                <a:lnTo>
                  <a:pt x="623087" y="726942"/>
                </a:lnTo>
                <a:lnTo>
                  <a:pt x="1358207" y="726942"/>
                </a:lnTo>
                <a:lnTo>
                  <a:pt x="1380360" y="736118"/>
                </a:lnTo>
                <a:lnTo>
                  <a:pt x="1430342" y="621402"/>
                </a:lnTo>
                <a:lnTo>
                  <a:pt x="692058" y="621401"/>
                </a:lnTo>
                <a:close/>
                <a:moveTo>
                  <a:pt x="772212" y="452085"/>
                </a:moveTo>
                <a:lnTo>
                  <a:pt x="725187" y="538758"/>
                </a:lnTo>
                <a:lnTo>
                  <a:pt x="1440437" y="538758"/>
                </a:lnTo>
                <a:lnTo>
                  <a:pt x="1462388" y="547851"/>
                </a:lnTo>
                <a:lnTo>
                  <a:pt x="1504113" y="452086"/>
                </a:lnTo>
                <a:close/>
                <a:moveTo>
                  <a:pt x="948027" y="1225"/>
                </a:moveTo>
                <a:cubicBezTo>
                  <a:pt x="955280" y="-926"/>
                  <a:pt x="963354" y="-310"/>
                  <a:pt x="970529" y="3582"/>
                </a:cubicBezTo>
                <a:lnTo>
                  <a:pt x="979328" y="8357"/>
                </a:lnTo>
                <a:cubicBezTo>
                  <a:pt x="993678" y="16142"/>
                  <a:pt x="999000" y="34087"/>
                  <a:pt x="991214" y="48437"/>
                </a:cubicBezTo>
                <a:lnTo>
                  <a:pt x="817051" y="369442"/>
                </a:lnTo>
                <a:lnTo>
                  <a:pt x="1509024" y="369442"/>
                </a:lnTo>
                <a:lnTo>
                  <a:pt x="1535367" y="380354"/>
                </a:lnTo>
                <a:lnTo>
                  <a:pt x="1690663" y="23922"/>
                </a:lnTo>
                <a:cubicBezTo>
                  <a:pt x="1698005" y="7073"/>
                  <a:pt x="1717615" y="-635"/>
                  <a:pt x="1734464" y="6707"/>
                </a:cubicBezTo>
                <a:lnTo>
                  <a:pt x="1744794" y="11207"/>
                </a:lnTo>
                <a:cubicBezTo>
                  <a:pt x="1761643" y="18549"/>
                  <a:pt x="1769351" y="38159"/>
                  <a:pt x="1762010" y="55008"/>
                </a:cubicBezTo>
                <a:lnTo>
                  <a:pt x="991143" y="1824272"/>
                </a:lnTo>
                <a:cubicBezTo>
                  <a:pt x="983802" y="1841121"/>
                  <a:pt x="964192" y="1848829"/>
                  <a:pt x="947342" y="1841488"/>
                </a:cubicBezTo>
                <a:lnTo>
                  <a:pt x="937012" y="1836987"/>
                </a:lnTo>
                <a:cubicBezTo>
                  <a:pt x="920163" y="1829646"/>
                  <a:pt x="912456" y="1810036"/>
                  <a:pt x="919797" y="1793186"/>
                </a:cubicBezTo>
                <a:lnTo>
                  <a:pt x="1011438" y="1582854"/>
                </a:lnTo>
                <a:lnTo>
                  <a:pt x="181299" y="1582853"/>
                </a:lnTo>
                <a:lnTo>
                  <a:pt x="162853" y="1575213"/>
                </a:lnTo>
                <a:lnTo>
                  <a:pt x="64349" y="1756769"/>
                </a:lnTo>
                <a:cubicBezTo>
                  <a:pt x="56563" y="1771119"/>
                  <a:pt x="38618" y="1776440"/>
                  <a:pt x="24268" y="1768655"/>
                </a:cubicBezTo>
                <a:lnTo>
                  <a:pt x="15469" y="1763881"/>
                </a:lnTo>
                <a:cubicBezTo>
                  <a:pt x="1119" y="1756095"/>
                  <a:pt x="-4203" y="1738150"/>
                  <a:pt x="3583" y="1723800"/>
                </a:cubicBezTo>
                <a:lnTo>
                  <a:pt x="930448" y="15468"/>
                </a:lnTo>
                <a:cubicBezTo>
                  <a:pt x="934341" y="8293"/>
                  <a:pt x="940774" y="3375"/>
                  <a:pt x="948027" y="1225"/>
                </a:cubicBezTo>
                <a:close/>
              </a:path>
            </a:pathLst>
          </a:custGeom>
          <a:solidFill>
            <a:sysClr val="window" lastClr="FFFFFF">
              <a:lumMod val="75000"/>
            </a:sysClr>
          </a:solidFill>
          <a:ln w="25400" cap="flat" cmpd="sng" algn="ctr">
            <a:noFill/>
            <a:prstDash val="solid"/>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9" name="立方体 8"/>
          <p:cNvSpPr/>
          <p:nvPr/>
        </p:nvSpPr>
        <p:spPr>
          <a:xfrm>
            <a:off x="2093983" y="1576378"/>
            <a:ext cx="1620761" cy="486708"/>
          </a:xfrm>
          <a:prstGeom prst="cube">
            <a:avLst>
              <a:gd name="adj" fmla="val 42396"/>
            </a:avLst>
          </a:prstGeom>
          <a:solidFill>
            <a:srgbClr val="4AA8C2"/>
          </a:solidFill>
          <a:ln w="12700" cap="flat" cmpd="sng" algn="ctr">
            <a:noFill/>
            <a:prstDash val="solid"/>
          </a:ln>
          <a:effectLst/>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0" name="任意多边形 9"/>
          <p:cNvSpPr/>
          <p:nvPr/>
        </p:nvSpPr>
        <p:spPr>
          <a:xfrm rot="1959376">
            <a:off x="2133382" y="1474233"/>
            <a:ext cx="695499" cy="2021176"/>
          </a:xfrm>
          <a:custGeom>
            <a:avLst/>
            <a:gdLst>
              <a:gd name="connsiteX0" fmla="*/ 48944 w 648542"/>
              <a:gd name="connsiteY0" fmla="*/ 1353790 h 1674582"/>
              <a:gd name="connsiteX1" fmla="*/ 48944 w 648542"/>
              <a:gd name="connsiteY1" fmla="*/ 1447008 h 1674582"/>
              <a:gd name="connsiteX2" fmla="*/ 558414 w 648542"/>
              <a:gd name="connsiteY2" fmla="*/ 1170592 h 1674582"/>
              <a:gd name="connsiteX3" fmla="*/ 574668 w 648542"/>
              <a:gd name="connsiteY3" fmla="*/ 1168889 h 1674582"/>
              <a:gd name="connsiteX4" fmla="*/ 566620 w 648542"/>
              <a:gd name="connsiteY4" fmla="*/ 1075769 h 1674582"/>
              <a:gd name="connsiteX5" fmla="*/ 55448 w 648542"/>
              <a:gd name="connsiteY5" fmla="*/ 1353108 h 1674582"/>
              <a:gd name="connsiteX6" fmla="*/ 48944 w 648542"/>
              <a:gd name="connsiteY6" fmla="*/ 1204840 h 1674582"/>
              <a:gd name="connsiteX7" fmla="*/ 48944 w 648542"/>
              <a:gd name="connsiteY7" fmla="*/ 1290072 h 1674582"/>
              <a:gd name="connsiteX8" fmla="*/ 539037 w 648542"/>
              <a:gd name="connsiteY8" fmla="*/ 1024169 h 1674582"/>
              <a:gd name="connsiteX9" fmla="*/ 561306 w 648542"/>
              <a:gd name="connsiteY9" fmla="*/ 1021836 h 1674582"/>
              <a:gd name="connsiteX10" fmla="*/ 562007 w 648542"/>
              <a:gd name="connsiteY10" fmla="*/ 1022405 h 1674582"/>
              <a:gd name="connsiteX11" fmla="*/ 554088 w 648542"/>
              <a:gd name="connsiteY11" fmla="*/ 930771 h 1674582"/>
              <a:gd name="connsiteX12" fmla="*/ 48944 w 648542"/>
              <a:gd name="connsiteY12" fmla="*/ 1049543 h 1674582"/>
              <a:gd name="connsiteX13" fmla="*/ 48944 w 648542"/>
              <a:gd name="connsiteY13" fmla="*/ 1138276 h 1674582"/>
              <a:gd name="connsiteX14" fmla="*/ 530262 w 648542"/>
              <a:gd name="connsiteY14" fmla="*/ 877134 h 1674582"/>
              <a:gd name="connsiteX15" fmla="*/ 549280 w 648542"/>
              <a:gd name="connsiteY15" fmla="*/ 875141 h 1674582"/>
              <a:gd name="connsiteX16" fmla="*/ 541268 w 648542"/>
              <a:gd name="connsiteY16" fmla="*/ 782430 h 1674582"/>
              <a:gd name="connsiteX17" fmla="*/ 48944 w 648542"/>
              <a:gd name="connsiteY17" fmla="*/ 887768 h 1674582"/>
              <a:gd name="connsiteX18" fmla="*/ 48944 w 648542"/>
              <a:gd name="connsiteY18" fmla="*/ 982978 h 1674582"/>
              <a:gd name="connsiteX19" fmla="*/ 523618 w 648542"/>
              <a:gd name="connsiteY19" fmla="*/ 725441 h 1674582"/>
              <a:gd name="connsiteX20" fmla="*/ 536228 w 648542"/>
              <a:gd name="connsiteY20" fmla="*/ 724119 h 1674582"/>
              <a:gd name="connsiteX21" fmla="*/ 528158 w 648542"/>
              <a:gd name="connsiteY21" fmla="*/ 630744 h 1674582"/>
              <a:gd name="connsiteX22" fmla="*/ 55744 w 648542"/>
              <a:gd name="connsiteY22" fmla="*/ 887055 h 1674582"/>
              <a:gd name="connsiteX23" fmla="*/ 48944 w 648542"/>
              <a:gd name="connsiteY23" fmla="*/ 735983 h 1674582"/>
              <a:gd name="connsiteX24" fmla="*/ 48944 w 648542"/>
              <a:gd name="connsiteY24" fmla="*/ 824180 h 1674582"/>
              <a:gd name="connsiteX25" fmla="*/ 506389 w 648542"/>
              <a:gd name="connsiteY25" fmla="*/ 575990 h 1674582"/>
              <a:gd name="connsiteX26" fmla="*/ 523273 w 648542"/>
              <a:gd name="connsiteY26" fmla="*/ 574221 h 1674582"/>
              <a:gd name="connsiteX27" fmla="*/ 515645 w 648542"/>
              <a:gd name="connsiteY27" fmla="*/ 485961 h 1674582"/>
              <a:gd name="connsiteX28" fmla="*/ 56230 w 648542"/>
              <a:gd name="connsiteY28" fmla="*/ 735219 h 1674582"/>
              <a:gd name="connsiteX29" fmla="*/ 48944 w 648542"/>
              <a:gd name="connsiteY29" fmla="*/ 602797 h 1674582"/>
              <a:gd name="connsiteX30" fmla="*/ 48944 w 648542"/>
              <a:gd name="connsiteY30" fmla="*/ 672607 h 1674582"/>
              <a:gd name="connsiteX31" fmla="*/ 494024 w 648542"/>
              <a:gd name="connsiteY31" fmla="*/ 431126 h 1674582"/>
              <a:gd name="connsiteX32" fmla="*/ 510754 w 648542"/>
              <a:gd name="connsiteY32" fmla="*/ 429373 h 1674582"/>
              <a:gd name="connsiteX33" fmla="*/ 504386 w 648542"/>
              <a:gd name="connsiteY33" fmla="*/ 355694 h 1674582"/>
              <a:gd name="connsiteX34" fmla="*/ 6130 w 648542"/>
              <a:gd name="connsiteY34" fmla="*/ 262880 h 1674582"/>
              <a:gd name="connsiteX35" fmla="*/ 20928 w 648542"/>
              <a:gd name="connsiteY35" fmla="*/ 256750 h 1674582"/>
              <a:gd name="connsiteX36" fmla="*/ 28016 w 648542"/>
              <a:gd name="connsiteY36" fmla="*/ 256750 h 1674582"/>
              <a:gd name="connsiteX37" fmla="*/ 48944 w 648542"/>
              <a:gd name="connsiteY37" fmla="*/ 277678 h 1674582"/>
              <a:gd name="connsiteX38" fmla="*/ 48944 w 648542"/>
              <a:gd name="connsiteY38" fmla="*/ 536232 h 1674582"/>
              <a:gd name="connsiteX39" fmla="*/ 479540 w 648542"/>
              <a:gd name="connsiteY39" fmla="*/ 302609 h 1674582"/>
              <a:gd name="connsiteX40" fmla="*/ 499617 w 648542"/>
              <a:gd name="connsiteY40" fmla="*/ 300505 h 1674582"/>
              <a:gd name="connsiteX41" fmla="*/ 475916 w 648542"/>
              <a:gd name="connsiteY41" fmla="*/ 26276 h 1674582"/>
              <a:gd name="connsiteX42" fmla="*/ 481356 w 648542"/>
              <a:gd name="connsiteY42" fmla="*/ 9085 h 1674582"/>
              <a:gd name="connsiteX43" fmla="*/ 497359 w 648542"/>
              <a:gd name="connsiteY43" fmla="*/ 776 h 1674582"/>
              <a:gd name="connsiteX44" fmla="*/ 505308 w 648542"/>
              <a:gd name="connsiteY44" fmla="*/ 88 h 1674582"/>
              <a:gd name="connsiteX45" fmla="*/ 530808 w 648542"/>
              <a:gd name="connsiteY45" fmla="*/ 21531 h 1674582"/>
              <a:gd name="connsiteX46" fmla="*/ 648454 w 648542"/>
              <a:gd name="connsiteY46" fmla="*/ 1382757 h 1674582"/>
              <a:gd name="connsiteX47" fmla="*/ 627011 w 648542"/>
              <a:gd name="connsiteY47" fmla="*/ 1408257 h 1674582"/>
              <a:gd name="connsiteX48" fmla="*/ 619062 w 648542"/>
              <a:gd name="connsiteY48" fmla="*/ 1408944 h 1674582"/>
              <a:gd name="connsiteX49" fmla="*/ 593561 w 648542"/>
              <a:gd name="connsiteY49" fmla="*/ 1387501 h 1674582"/>
              <a:gd name="connsiteX50" fmla="*/ 579576 w 648542"/>
              <a:gd name="connsiteY50" fmla="*/ 1225676 h 1674582"/>
              <a:gd name="connsiteX51" fmla="*/ 63001 w 648542"/>
              <a:gd name="connsiteY51" fmla="*/ 1505946 h 1674582"/>
              <a:gd name="connsiteX52" fmla="*/ 48944 w 648542"/>
              <a:gd name="connsiteY52" fmla="*/ 1507419 h 1674582"/>
              <a:gd name="connsiteX53" fmla="*/ 48944 w 648542"/>
              <a:gd name="connsiteY53" fmla="*/ 1653654 h 1674582"/>
              <a:gd name="connsiteX54" fmla="*/ 28016 w 648542"/>
              <a:gd name="connsiteY54" fmla="*/ 1674582 h 1674582"/>
              <a:gd name="connsiteX55" fmla="*/ 20928 w 648542"/>
              <a:gd name="connsiteY55" fmla="*/ 1674582 h 1674582"/>
              <a:gd name="connsiteX56" fmla="*/ 0 w 648542"/>
              <a:gd name="connsiteY56" fmla="*/ 1653654 h 1674582"/>
              <a:gd name="connsiteX57" fmla="*/ 0 w 648542"/>
              <a:gd name="connsiteY57" fmla="*/ 277678 h 1674582"/>
              <a:gd name="connsiteX58" fmla="*/ 6130 w 648542"/>
              <a:gd name="connsiteY58" fmla="*/ 262880 h 16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48542" h="1674582">
                <a:moveTo>
                  <a:pt x="48944" y="1353790"/>
                </a:moveTo>
                <a:lnTo>
                  <a:pt x="48944" y="1447008"/>
                </a:lnTo>
                <a:lnTo>
                  <a:pt x="558414" y="1170592"/>
                </a:lnTo>
                <a:lnTo>
                  <a:pt x="574668" y="1168889"/>
                </a:lnTo>
                <a:lnTo>
                  <a:pt x="566620" y="1075769"/>
                </a:lnTo>
                <a:lnTo>
                  <a:pt x="55448" y="1353108"/>
                </a:lnTo>
                <a:close/>
                <a:moveTo>
                  <a:pt x="48944" y="1204840"/>
                </a:moveTo>
                <a:lnTo>
                  <a:pt x="48944" y="1290072"/>
                </a:lnTo>
                <a:lnTo>
                  <a:pt x="539037" y="1024169"/>
                </a:lnTo>
                <a:cubicBezTo>
                  <a:pt x="546138" y="1020317"/>
                  <a:pt x="554128" y="1019707"/>
                  <a:pt x="561306" y="1021836"/>
                </a:cubicBezTo>
                <a:lnTo>
                  <a:pt x="562007" y="1022405"/>
                </a:lnTo>
                <a:lnTo>
                  <a:pt x="554088" y="930771"/>
                </a:lnTo>
                <a:close/>
                <a:moveTo>
                  <a:pt x="48944" y="1049543"/>
                </a:moveTo>
                <a:lnTo>
                  <a:pt x="48944" y="1138276"/>
                </a:lnTo>
                <a:lnTo>
                  <a:pt x="530262" y="877134"/>
                </a:lnTo>
                <a:lnTo>
                  <a:pt x="549280" y="875141"/>
                </a:lnTo>
                <a:lnTo>
                  <a:pt x="541268" y="782430"/>
                </a:lnTo>
                <a:close/>
                <a:moveTo>
                  <a:pt x="48944" y="887768"/>
                </a:moveTo>
                <a:lnTo>
                  <a:pt x="48944" y="982978"/>
                </a:lnTo>
                <a:lnTo>
                  <a:pt x="523618" y="725441"/>
                </a:lnTo>
                <a:lnTo>
                  <a:pt x="536228" y="724119"/>
                </a:lnTo>
                <a:lnTo>
                  <a:pt x="528158" y="630744"/>
                </a:lnTo>
                <a:lnTo>
                  <a:pt x="55744" y="887055"/>
                </a:lnTo>
                <a:close/>
                <a:moveTo>
                  <a:pt x="48944" y="735983"/>
                </a:moveTo>
                <a:lnTo>
                  <a:pt x="48944" y="824180"/>
                </a:lnTo>
                <a:lnTo>
                  <a:pt x="506389" y="575990"/>
                </a:lnTo>
                <a:lnTo>
                  <a:pt x="523273" y="574221"/>
                </a:lnTo>
                <a:lnTo>
                  <a:pt x="515645" y="485961"/>
                </a:lnTo>
                <a:lnTo>
                  <a:pt x="56230" y="735219"/>
                </a:lnTo>
                <a:close/>
                <a:moveTo>
                  <a:pt x="48944" y="602797"/>
                </a:moveTo>
                <a:lnTo>
                  <a:pt x="48944" y="672607"/>
                </a:lnTo>
                <a:lnTo>
                  <a:pt x="494024" y="431126"/>
                </a:lnTo>
                <a:lnTo>
                  <a:pt x="510754" y="429373"/>
                </a:lnTo>
                <a:lnTo>
                  <a:pt x="504386" y="355694"/>
                </a:lnTo>
                <a:close/>
                <a:moveTo>
                  <a:pt x="6130" y="262880"/>
                </a:moveTo>
                <a:cubicBezTo>
                  <a:pt x="9917" y="259093"/>
                  <a:pt x="15149" y="256750"/>
                  <a:pt x="20928" y="256750"/>
                </a:cubicBezTo>
                <a:lnTo>
                  <a:pt x="28016" y="256750"/>
                </a:lnTo>
                <a:cubicBezTo>
                  <a:pt x="39574" y="256750"/>
                  <a:pt x="48944" y="266120"/>
                  <a:pt x="48944" y="277678"/>
                </a:cubicBezTo>
                <a:lnTo>
                  <a:pt x="48944" y="536232"/>
                </a:lnTo>
                <a:lnTo>
                  <a:pt x="479540" y="302609"/>
                </a:lnTo>
                <a:lnTo>
                  <a:pt x="499617" y="300505"/>
                </a:lnTo>
                <a:lnTo>
                  <a:pt x="475916" y="26276"/>
                </a:lnTo>
                <a:cubicBezTo>
                  <a:pt x="475356" y="19794"/>
                  <a:pt x="477476" y="13699"/>
                  <a:pt x="481356" y="9085"/>
                </a:cubicBezTo>
                <a:cubicBezTo>
                  <a:pt x="485236" y="4470"/>
                  <a:pt x="490877" y="1336"/>
                  <a:pt x="497359" y="776"/>
                </a:cubicBezTo>
                <a:lnTo>
                  <a:pt x="505308" y="88"/>
                </a:lnTo>
                <a:cubicBezTo>
                  <a:pt x="518271" y="-1032"/>
                  <a:pt x="529688" y="8569"/>
                  <a:pt x="530808" y="21531"/>
                </a:cubicBezTo>
                <a:lnTo>
                  <a:pt x="648454" y="1382757"/>
                </a:lnTo>
                <a:cubicBezTo>
                  <a:pt x="649574" y="1395720"/>
                  <a:pt x="639974" y="1407137"/>
                  <a:pt x="627011" y="1408257"/>
                </a:cubicBezTo>
                <a:lnTo>
                  <a:pt x="619062" y="1408944"/>
                </a:lnTo>
                <a:cubicBezTo>
                  <a:pt x="606099" y="1410064"/>
                  <a:pt x="594682" y="1400464"/>
                  <a:pt x="593561" y="1387501"/>
                </a:cubicBezTo>
                <a:lnTo>
                  <a:pt x="579576" y="1225676"/>
                </a:lnTo>
                <a:lnTo>
                  <a:pt x="63001" y="1505946"/>
                </a:lnTo>
                <a:lnTo>
                  <a:pt x="48944" y="1507419"/>
                </a:lnTo>
                <a:lnTo>
                  <a:pt x="48944" y="1653654"/>
                </a:lnTo>
                <a:cubicBezTo>
                  <a:pt x="48944" y="1665212"/>
                  <a:pt x="39574" y="1674582"/>
                  <a:pt x="28016" y="1674582"/>
                </a:cubicBezTo>
                <a:lnTo>
                  <a:pt x="20928" y="1674582"/>
                </a:lnTo>
                <a:cubicBezTo>
                  <a:pt x="9370" y="1674582"/>
                  <a:pt x="0" y="1665212"/>
                  <a:pt x="0" y="1653654"/>
                </a:cubicBezTo>
                <a:lnTo>
                  <a:pt x="0" y="277678"/>
                </a:lnTo>
                <a:cubicBezTo>
                  <a:pt x="0" y="271899"/>
                  <a:pt x="2342" y="266667"/>
                  <a:pt x="6130" y="262880"/>
                </a:cubicBezTo>
                <a:close/>
              </a:path>
            </a:pathLst>
          </a:custGeom>
          <a:solidFill>
            <a:sysClr val="window" lastClr="FFFFFF">
              <a:lumMod val="75000"/>
            </a:sysClr>
          </a:solidFill>
          <a:ln w="25400" cap="flat" cmpd="sng" algn="ctr">
            <a:noFill/>
            <a:prstDash val="solid"/>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2" name="TextBox 66"/>
          <p:cNvSpPr txBox="1"/>
          <p:nvPr/>
        </p:nvSpPr>
        <p:spPr>
          <a:xfrm>
            <a:off x="3214678" y="2505072"/>
            <a:ext cx="3429024" cy="3053144"/>
          </a:xfrm>
          <a:prstGeom prst="rect">
            <a:avLst/>
          </a:prstGeom>
          <a:noFill/>
        </p:spPr>
        <p:txBody>
          <a:bodyPr wrap="square">
            <a:spAutoFit/>
          </a:bodyPr>
          <a:lstStyle/>
          <a:p>
            <a:pPr>
              <a:lnSpc>
                <a:spcPct val="130000"/>
              </a:lnSpc>
              <a:buFontTx/>
              <a:buNone/>
              <a:defRPr/>
            </a:pPr>
            <a:r>
              <a:rPr lang="zh-CN" altLang="en-US" kern="0" dirty="0" smtClean="0">
                <a:solidFill>
                  <a:srgbClr val="5FB2C9"/>
                </a:solidFill>
                <a:latin typeface="微软雅黑" pitchFamily="34" charset="-122"/>
                <a:ea typeface="微软雅黑" pitchFamily="34" charset="-122"/>
              </a:rPr>
              <a:t>现场审核的实施：</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首次会议</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现场查证</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审核组内部沟通与汇总</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不合格项确定并编写不合格报告</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与受审核方沟通</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体系有效性评价并起草审核报告</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末次会议</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正式提交审核报告</a:t>
            </a:r>
            <a:endParaRPr lang="zh-CN" altLang="en-US" sz="1600" dirty="0">
              <a:solidFill>
                <a:srgbClr val="5C5C5C"/>
              </a:solidFill>
              <a:latin typeface="微软雅黑" pitchFamily="34" charset="-122"/>
              <a:ea typeface="微软雅黑" pitchFamily="34" charset="-122"/>
            </a:endParaRPr>
          </a:p>
        </p:txBody>
      </p:sp>
      <p:sp>
        <p:nvSpPr>
          <p:cNvPr id="13" name="TextBox 12"/>
          <p:cNvSpPr txBox="1"/>
          <p:nvPr/>
        </p:nvSpPr>
        <p:spPr>
          <a:xfrm>
            <a:off x="2428860" y="1076312"/>
            <a:ext cx="1357322" cy="455125"/>
          </a:xfrm>
          <a:prstGeom prst="rect">
            <a:avLst/>
          </a:prstGeom>
          <a:noFill/>
        </p:spPr>
        <p:txBody>
          <a:bodyPr wrap="square" rtlCol="0">
            <a:spAutoFit/>
          </a:bodyPr>
          <a:lstStyle/>
          <a:p>
            <a:pPr>
              <a:lnSpc>
                <a:spcPct val="130000"/>
              </a:lnSpc>
              <a:defRPr/>
            </a:pPr>
            <a:r>
              <a:rPr lang="zh-CN" altLang="en-US" kern="0" dirty="0" smtClean="0">
                <a:solidFill>
                  <a:srgbClr val="5FB2C9"/>
                </a:solidFill>
                <a:latin typeface="微软雅黑" pitchFamily="34" charset="-122"/>
                <a:ea typeface="微软雅黑" pitchFamily="34" charset="-122"/>
              </a:rPr>
              <a:t>第二阶段</a:t>
            </a:r>
            <a:endParaRPr lang="zh-CN" altLang="en-US" kern="0" dirty="0">
              <a:solidFill>
                <a:srgbClr val="5FB2C9"/>
              </a:solidFill>
              <a:latin typeface="微软雅黑" pitchFamily="34" charset="-122"/>
              <a:ea typeface="微软雅黑" pitchFamily="34" charset="-122"/>
            </a:endParaRPr>
          </a:p>
        </p:txBody>
      </p:sp>
      <p:pic>
        <p:nvPicPr>
          <p:cNvPr id="14" name="Picture 4"/>
          <p:cNvPicPr>
            <a:picLocks noChangeAspect="1" noChangeArrowheads="1"/>
          </p:cNvPicPr>
          <p:nvPr/>
        </p:nvPicPr>
        <p:blipFill>
          <a:blip r:embed="rId2" cstate="print"/>
          <a:srcRect/>
          <a:stretch>
            <a:fillRect/>
          </a:stretch>
        </p:blipFill>
        <p:spPr bwMode="auto">
          <a:xfrm>
            <a:off x="6598736" y="790560"/>
            <a:ext cx="2305564" cy="2857520"/>
          </a:xfrm>
          <a:prstGeom prst="rect">
            <a:avLst/>
          </a:prstGeom>
          <a:noFill/>
        </p:spPr>
      </p:pic>
      <p:sp>
        <p:nvSpPr>
          <p:cNvPr id="15" name="TextBox 14"/>
          <p:cNvSpPr txBox="1"/>
          <p:nvPr/>
        </p:nvSpPr>
        <p:spPr>
          <a:xfrm>
            <a:off x="357158" y="76180"/>
            <a:ext cx="3071834" cy="539545"/>
          </a:xfrm>
          <a:prstGeom prst="rect">
            <a:avLst/>
          </a:prstGeom>
          <a:noFill/>
        </p:spPr>
        <p:txBody>
          <a:bodyPr wrap="square" lIns="103163" tIns="51581" rIns="103163" bIns="51581" rtlCol="0">
            <a:spAutoFit/>
          </a:bodyPr>
          <a:lstStyle/>
          <a:p>
            <a:pPr lvl="0" algn="just">
              <a:lnSpc>
                <a:spcPct val="130000"/>
              </a:lnSpc>
              <a:defRPr/>
            </a:pPr>
            <a:r>
              <a:rPr lang="en-US" altLang="zh-CN" sz="2400" b="1" dirty="0" smtClean="0">
                <a:solidFill>
                  <a:schemeClr val="bg1"/>
                </a:solidFill>
              </a:rPr>
              <a:t>2.9</a:t>
            </a:r>
            <a:r>
              <a:rPr lang="zh-CN" altLang="en-US" sz="2400" b="1" dirty="0" smtClean="0">
                <a:solidFill>
                  <a:schemeClr val="bg1"/>
                </a:solidFill>
              </a:rPr>
              <a:t>现场审核实施阶段</a:t>
            </a:r>
            <a:endParaRPr lang="zh-CN" altLang="en-US" sz="2400" b="1" kern="0" dirty="0">
              <a:solidFill>
                <a:schemeClr val="bg1"/>
              </a:solidFill>
              <a:latin typeface="华文细黑" pitchFamily="2" charset="-122"/>
              <a:ea typeface="华文细黑" pitchFamily="2" charset="-122"/>
            </a:endParaRPr>
          </a:p>
        </p:txBody>
      </p:sp>
    </p:spTree>
  </p:cSld>
  <p:clrMapOvr>
    <a:masterClrMapping/>
  </p:clrMapOvr>
  <p:transition advClick="0"/>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3810040" y="778418"/>
            <a:ext cx="1107996" cy="369332"/>
          </a:xfrm>
          <a:prstGeom prst="rect">
            <a:avLst/>
          </a:prstGeom>
          <a:noFill/>
          <a:ln w="12700">
            <a:solidFill>
              <a:srgbClr val="0070C0"/>
            </a:solidFill>
            <a:miter lim="800000"/>
            <a:headEnd type="none" w="sm" len="sm"/>
            <a:tailEnd type="none" w="sm" len="sm"/>
          </a:ln>
          <a:effectLst/>
        </p:spPr>
        <p:txBody>
          <a:bodyPr wrap="none">
            <a:spAutoFit/>
          </a:bodyPr>
          <a:lstStyle/>
          <a:p>
            <a:pPr eaLnBrk="0" hangingPunct="0"/>
            <a:r>
              <a:rPr lang="zh-CN" altLang="en-US" sz="1800"/>
              <a:t>首次会议</a:t>
            </a:r>
          </a:p>
        </p:txBody>
      </p:sp>
      <p:sp>
        <p:nvSpPr>
          <p:cNvPr id="4" name="Text Box 8"/>
          <p:cNvSpPr txBox="1">
            <a:spLocks noChangeArrowheads="1"/>
          </p:cNvSpPr>
          <p:nvPr/>
        </p:nvSpPr>
        <p:spPr bwMode="auto">
          <a:xfrm>
            <a:off x="3810040" y="1492798"/>
            <a:ext cx="1107996" cy="369332"/>
          </a:xfrm>
          <a:prstGeom prst="rect">
            <a:avLst/>
          </a:prstGeom>
          <a:noFill/>
          <a:ln w="12700">
            <a:solidFill>
              <a:srgbClr val="0070C0"/>
            </a:solidFill>
            <a:miter lim="800000"/>
            <a:headEnd type="none" w="sm" len="sm"/>
            <a:tailEnd type="none" w="sm" len="sm"/>
          </a:ln>
          <a:effectLst/>
        </p:spPr>
        <p:txBody>
          <a:bodyPr wrap="none">
            <a:spAutoFit/>
          </a:bodyPr>
          <a:lstStyle/>
          <a:p>
            <a:pPr eaLnBrk="0" hangingPunct="0"/>
            <a:r>
              <a:rPr lang="zh-CN" altLang="en-US" sz="1800"/>
              <a:t>现场审核</a:t>
            </a:r>
          </a:p>
        </p:txBody>
      </p:sp>
      <p:sp>
        <p:nvSpPr>
          <p:cNvPr id="5" name="Text Box 9"/>
          <p:cNvSpPr txBox="1">
            <a:spLocks noChangeArrowheads="1"/>
          </p:cNvSpPr>
          <p:nvPr/>
        </p:nvSpPr>
        <p:spPr bwMode="auto">
          <a:xfrm>
            <a:off x="3667164" y="2207178"/>
            <a:ext cx="1428760" cy="369332"/>
          </a:xfrm>
          <a:prstGeom prst="rect">
            <a:avLst/>
          </a:prstGeom>
          <a:noFill/>
          <a:ln w="12700">
            <a:solidFill>
              <a:srgbClr val="0070C0"/>
            </a:solidFill>
            <a:miter lim="800000"/>
            <a:headEnd type="none" w="sm" len="sm"/>
            <a:tailEnd type="none" w="sm" len="sm"/>
          </a:ln>
          <a:effectLst/>
        </p:spPr>
        <p:txBody>
          <a:bodyPr wrap="square">
            <a:spAutoFit/>
          </a:bodyPr>
          <a:lstStyle/>
          <a:p>
            <a:pPr eaLnBrk="0" hangingPunct="0"/>
            <a:r>
              <a:rPr lang="zh-CN" altLang="en-US" sz="1800"/>
              <a:t>审核组会议</a:t>
            </a:r>
          </a:p>
        </p:txBody>
      </p:sp>
      <p:sp>
        <p:nvSpPr>
          <p:cNvPr id="6" name="Text Box 10"/>
          <p:cNvSpPr txBox="1">
            <a:spLocks noChangeArrowheads="1"/>
          </p:cNvSpPr>
          <p:nvPr/>
        </p:nvSpPr>
        <p:spPr bwMode="auto">
          <a:xfrm>
            <a:off x="3452850" y="2921558"/>
            <a:ext cx="1800493" cy="369332"/>
          </a:xfrm>
          <a:prstGeom prst="rect">
            <a:avLst/>
          </a:prstGeom>
          <a:noFill/>
          <a:ln w="12700">
            <a:solidFill>
              <a:srgbClr val="0070C0"/>
            </a:solidFill>
            <a:miter lim="800000"/>
            <a:headEnd type="none" w="sm" len="sm"/>
            <a:tailEnd type="none" w="sm" len="sm"/>
          </a:ln>
          <a:effectLst/>
        </p:spPr>
        <p:txBody>
          <a:bodyPr wrap="none">
            <a:spAutoFit/>
          </a:bodyPr>
          <a:lstStyle/>
          <a:p>
            <a:pPr eaLnBrk="0" hangingPunct="0"/>
            <a:r>
              <a:rPr lang="zh-CN" altLang="en-US" sz="1800"/>
              <a:t>与受审核方沟通</a:t>
            </a:r>
          </a:p>
        </p:txBody>
      </p:sp>
      <p:sp>
        <p:nvSpPr>
          <p:cNvPr id="7" name="Text Box 11"/>
          <p:cNvSpPr txBox="1">
            <a:spLocks noChangeArrowheads="1"/>
          </p:cNvSpPr>
          <p:nvPr/>
        </p:nvSpPr>
        <p:spPr bwMode="auto">
          <a:xfrm>
            <a:off x="3309974" y="3564500"/>
            <a:ext cx="2262158" cy="369332"/>
          </a:xfrm>
          <a:prstGeom prst="rect">
            <a:avLst/>
          </a:prstGeom>
          <a:noFill/>
          <a:ln w="12700">
            <a:solidFill>
              <a:srgbClr val="0070C0"/>
            </a:solidFill>
            <a:miter lim="800000"/>
            <a:headEnd type="none" w="sm" len="sm"/>
            <a:tailEnd type="none" w="sm" len="sm"/>
          </a:ln>
          <a:effectLst/>
        </p:spPr>
        <p:txBody>
          <a:bodyPr wrap="none">
            <a:spAutoFit/>
          </a:bodyPr>
          <a:lstStyle/>
          <a:p>
            <a:pPr eaLnBrk="0" hangingPunct="0"/>
            <a:r>
              <a:rPr lang="zh-CN" altLang="en-US" sz="1800"/>
              <a:t>起草审核报告及附件</a:t>
            </a:r>
          </a:p>
        </p:txBody>
      </p:sp>
      <p:sp>
        <p:nvSpPr>
          <p:cNvPr id="8" name="Text Box 12"/>
          <p:cNvSpPr txBox="1">
            <a:spLocks noChangeArrowheads="1"/>
          </p:cNvSpPr>
          <p:nvPr/>
        </p:nvSpPr>
        <p:spPr bwMode="auto">
          <a:xfrm>
            <a:off x="3845052" y="4266738"/>
            <a:ext cx="1107996" cy="369332"/>
          </a:xfrm>
          <a:prstGeom prst="rect">
            <a:avLst/>
          </a:prstGeom>
          <a:noFill/>
          <a:ln w="12700">
            <a:solidFill>
              <a:srgbClr val="0070C0"/>
            </a:solidFill>
            <a:miter lim="800000"/>
            <a:headEnd type="none" w="sm" len="sm"/>
            <a:tailEnd type="none" w="sm" len="sm"/>
          </a:ln>
          <a:effectLst/>
        </p:spPr>
        <p:txBody>
          <a:bodyPr wrap="none">
            <a:spAutoFit/>
          </a:bodyPr>
          <a:lstStyle/>
          <a:p>
            <a:pPr eaLnBrk="0" hangingPunct="0"/>
            <a:r>
              <a:rPr lang="zh-CN" altLang="en-US" sz="1800" dirty="0"/>
              <a:t>末次会议</a:t>
            </a:r>
          </a:p>
        </p:txBody>
      </p:sp>
      <p:sp>
        <p:nvSpPr>
          <p:cNvPr id="9" name="Text Box 13"/>
          <p:cNvSpPr txBox="1">
            <a:spLocks noChangeArrowheads="1"/>
          </p:cNvSpPr>
          <p:nvPr/>
        </p:nvSpPr>
        <p:spPr bwMode="auto">
          <a:xfrm>
            <a:off x="3381412" y="4921822"/>
            <a:ext cx="2031325" cy="369332"/>
          </a:xfrm>
          <a:prstGeom prst="rect">
            <a:avLst/>
          </a:prstGeom>
          <a:noFill/>
          <a:ln w="12700">
            <a:solidFill>
              <a:srgbClr val="0070C0"/>
            </a:solidFill>
            <a:miter lim="800000"/>
            <a:headEnd type="none" w="sm" len="sm"/>
            <a:tailEnd type="none" w="sm" len="sm"/>
          </a:ln>
          <a:effectLst/>
        </p:spPr>
        <p:txBody>
          <a:bodyPr wrap="none">
            <a:spAutoFit/>
          </a:bodyPr>
          <a:lstStyle/>
          <a:p>
            <a:pPr eaLnBrk="0" hangingPunct="0"/>
            <a:r>
              <a:rPr lang="zh-CN" altLang="en-US" sz="1800"/>
              <a:t>正式提交审核报告</a:t>
            </a:r>
          </a:p>
        </p:txBody>
      </p:sp>
      <p:sp>
        <p:nvSpPr>
          <p:cNvPr id="11" name="Line 15"/>
          <p:cNvSpPr>
            <a:spLocks noChangeShapeType="1"/>
          </p:cNvSpPr>
          <p:nvPr/>
        </p:nvSpPr>
        <p:spPr bwMode="auto">
          <a:xfrm>
            <a:off x="4381544" y="1902378"/>
            <a:ext cx="0" cy="304800"/>
          </a:xfrm>
          <a:prstGeom prst="line">
            <a:avLst/>
          </a:prstGeom>
          <a:noFill/>
          <a:ln w="44450">
            <a:solidFill>
              <a:srgbClr val="0070C0"/>
            </a:solidFill>
            <a:round/>
            <a:headEnd type="none" w="sm" len="sm"/>
            <a:tailEnd type="triangle" w="sm" len="sm"/>
          </a:ln>
          <a:effectLst/>
        </p:spPr>
        <p:txBody>
          <a:bodyPr/>
          <a:lstStyle/>
          <a:p>
            <a:endParaRPr lang="zh-CN" altLang="en-US" sz="1800"/>
          </a:p>
        </p:txBody>
      </p:sp>
      <p:sp>
        <p:nvSpPr>
          <p:cNvPr id="12" name="Line 16"/>
          <p:cNvSpPr>
            <a:spLocks noChangeShapeType="1"/>
          </p:cNvSpPr>
          <p:nvPr/>
        </p:nvSpPr>
        <p:spPr bwMode="auto">
          <a:xfrm>
            <a:off x="4381544" y="2616758"/>
            <a:ext cx="0" cy="304800"/>
          </a:xfrm>
          <a:prstGeom prst="line">
            <a:avLst/>
          </a:prstGeom>
          <a:noFill/>
          <a:ln w="44450">
            <a:solidFill>
              <a:srgbClr val="0070C0"/>
            </a:solidFill>
            <a:round/>
            <a:headEnd type="none" w="sm" len="sm"/>
            <a:tailEnd type="triangle" w="sm" len="sm"/>
          </a:ln>
          <a:effectLst/>
        </p:spPr>
        <p:txBody>
          <a:bodyPr/>
          <a:lstStyle/>
          <a:p>
            <a:endParaRPr lang="zh-CN" altLang="en-US" sz="1800"/>
          </a:p>
        </p:txBody>
      </p:sp>
      <p:sp>
        <p:nvSpPr>
          <p:cNvPr id="13" name="Line 17"/>
          <p:cNvSpPr>
            <a:spLocks noChangeShapeType="1"/>
          </p:cNvSpPr>
          <p:nvPr/>
        </p:nvSpPr>
        <p:spPr bwMode="auto">
          <a:xfrm>
            <a:off x="4381544" y="3278748"/>
            <a:ext cx="0" cy="304800"/>
          </a:xfrm>
          <a:prstGeom prst="line">
            <a:avLst/>
          </a:prstGeom>
          <a:noFill/>
          <a:ln w="44450">
            <a:solidFill>
              <a:srgbClr val="0070C0"/>
            </a:solidFill>
            <a:round/>
            <a:headEnd type="none" w="sm" len="sm"/>
            <a:tailEnd type="triangle" w="sm" len="sm"/>
          </a:ln>
          <a:effectLst/>
        </p:spPr>
        <p:txBody>
          <a:bodyPr/>
          <a:lstStyle/>
          <a:p>
            <a:endParaRPr lang="zh-CN" altLang="en-US" sz="1800"/>
          </a:p>
        </p:txBody>
      </p:sp>
      <p:sp>
        <p:nvSpPr>
          <p:cNvPr id="14" name="Line 18"/>
          <p:cNvSpPr>
            <a:spLocks noChangeShapeType="1"/>
          </p:cNvSpPr>
          <p:nvPr/>
        </p:nvSpPr>
        <p:spPr bwMode="auto">
          <a:xfrm>
            <a:off x="4381544" y="3921690"/>
            <a:ext cx="0" cy="304800"/>
          </a:xfrm>
          <a:prstGeom prst="line">
            <a:avLst/>
          </a:prstGeom>
          <a:noFill/>
          <a:ln w="44450">
            <a:solidFill>
              <a:srgbClr val="0070C0"/>
            </a:solidFill>
            <a:round/>
            <a:headEnd type="none" w="sm" len="sm"/>
            <a:tailEnd type="triangle" w="sm" len="sm"/>
          </a:ln>
          <a:effectLst/>
        </p:spPr>
        <p:txBody>
          <a:bodyPr/>
          <a:lstStyle/>
          <a:p>
            <a:endParaRPr lang="zh-CN" altLang="en-US" sz="1800"/>
          </a:p>
        </p:txBody>
      </p:sp>
      <p:sp>
        <p:nvSpPr>
          <p:cNvPr id="15" name="Line 19"/>
          <p:cNvSpPr>
            <a:spLocks noChangeShapeType="1"/>
          </p:cNvSpPr>
          <p:nvPr/>
        </p:nvSpPr>
        <p:spPr bwMode="auto">
          <a:xfrm>
            <a:off x="4381544" y="4636070"/>
            <a:ext cx="0" cy="304800"/>
          </a:xfrm>
          <a:prstGeom prst="line">
            <a:avLst/>
          </a:prstGeom>
          <a:noFill/>
          <a:ln w="44450">
            <a:solidFill>
              <a:srgbClr val="0070C0"/>
            </a:solidFill>
            <a:round/>
            <a:headEnd type="none" w="sm" len="sm"/>
            <a:tailEnd type="triangle" w="sm" len="sm"/>
          </a:ln>
          <a:effectLst/>
        </p:spPr>
        <p:txBody>
          <a:bodyPr/>
          <a:lstStyle/>
          <a:p>
            <a:endParaRPr lang="zh-CN" altLang="en-US" sz="1800"/>
          </a:p>
        </p:txBody>
      </p:sp>
      <p:sp>
        <p:nvSpPr>
          <p:cNvPr id="16" name="矩形 15"/>
          <p:cNvSpPr/>
          <p:nvPr/>
        </p:nvSpPr>
        <p:spPr>
          <a:xfrm>
            <a:off x="2903229" y="147618"/>
            <a:ext cx="2954655" cy="461665"/>
          </a:xfrm>
          <a:prstGeom prst="rect">
            <a:avLst/>
          </a:prstGeom>
        </p:spPr>
        <p:txBody>
          <a:bodyPr wrap="none">
            <a:spAutoFit/>
          </a:bodyPr>
          <a:lstStyle/>
          <a:p>
            <a:pPr marL="386860" lvl="0" indent="-386860" algn="ctr">
              <a:spcBef>
                <a:spcPct val="20000"/>
              </a:spcBef>
              <a:defRPr/>
            </a:pPr>
            <a:r>
              <a:rPr lang="zh-CN" altLang="en-US" sz="2400" b="1" dirty="0" smtClean="0"/>
              <a:t>现场审核实施流程图</a:t>
            </a:r>
            <a:endParaRPr lang="zh-CN" altLang="en-US" sz="2400" b="1" dirty="0"/>
          </a:p>
        </p:txBody>
      </p:sp>
      <p:sp>
        <p:nvSpPr>
          <p:cNvPr id="20" name="Line 15"/>
          <p:cNvSpPr>
            <a:spLocks noChangeShapeType="1"/>
          </p:cNvSpPr>
          <p:nvPr/>
        </p:nvSpPr>
        <p:spPr bwMode="auto">
          <a:xfrm>
            <a:off x="4381544" y="1187998"/>
            <a:ext cx="0" cy="304800"/>
          </a:xfrm>
          <a:prstGeom prst="line">
            <a:avLst/>
          </a:prstGeom>
          <a:noFill/>
          <a:ln w="44450">
            <a:solidFill>
              <a:srgbClr val="0070C0"/>
            </a:solidFill>
            <a:round/>
            <a:headEnd type="none" w="sm" len="sm"/>
            <a:tailEnd type="triangle" w="sm" len="sm"/>
          </a:ln>
          <a:effectLst/>
        </p:spPr>
        <p:txBody>
          <a:bodyPr/>
          <a:lstStyle/>
          <a:p>
            <a:endParaRPr lang="zh-CN" altLang="en-US" sz="180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0-#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0-#ppt_w/2"/>
                                          </p:val>
                                        </p:tav>
                                        <p:tav tm="100000">
                                          <p:val>
                                            <p:strVal val="#ppt_x"/>
                                          </p:val>
                                        </p:tav>
                                      </p:tavLst>
                                    </p:anim>
                                    <p:anim calcmode="lin" valueType="num">
                                      <p:cBhvr additive="base">
                                        <p:cTn id="4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0-#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500" fill="hold"/>
                                        <p:tgtEl>
                                          <p:spTgt spid="14"/>
                                        </p:tgtEl>
                                        <p:attrNameLst>
                                          <p:attrName>ppt_x</p:attrName>
                                        </p:attrNameLst>
                                      </p:cBhvr>
                                      <p:tavLst>
                                        <p:tav tm="0">
                                          <p:val>
                                            <p:strVal val="0-#ppt_w/2"/>
                                          </p:val>
                                        </p:tav>
                                        <p:tav tm="100000">
                                          <p:val>
                                            <p:strVal val="#ppt_x"/>
                                          </p:val>
                                        </p:tav>
                                      </p:tavLst>
                                    </p:anim>
                                    <p:anim calcmode="lin" valueType="num">
                                      <p:cBhvr additive="base">
                                        <p:cTn id="56"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 calcmode="lin" valueType="num">
                                      <p:cBhvr additive="base">
                                        <p:cTn id="61" dur="500" fill="hold"/>
                                        <p:tgtEl>
                                          <p:spTgt spid="8"/>
                                        </p:tgtEl>
                                        <p:attrNameLst>
                                          <p:attrName>ppt_x</p:attrName>
                                        </p:attrNameLst>
                                      </p:cBhvr>
                                      <p:tavLst>
                                        <p:tav tm="0">
                                          <p:val>
                                            <p:strVal val="0-#ppt_w/2"/>
                                          </p:val>
                                        </p:tav>
                                        <p:tav tm="100000">
                                          <p:val>
                                            <p:strVal val="#ppt_x"/>
                                          </p:val>
                                        </p:tav>
                                      </p:tavLst>
                                    </p:anim>
                                    <p:anim calcmode="lin" valueType="num">
                                      <p:cBhvr additive="base">
                                        <p:cTn id="6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0-#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0-#ppt_w/2"/>
                                          </p:val>
                                        </p:tav>
                                        <p:tav tm="100000">
                                          <p:val>
                                            <p:strVal val="#ppt_x"/>
                                          </p:val>
                                        </p:tav>
                                      </p:tavLst>
                                    </p:anim>
                                    <p:anim calcmode="lin" valueType="num">
                                      <p:cBhvr additive="base">
                                        <p:cTn id="7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500" fill="hold"/>
                                        <p:tgtEl>
                                          <p:spTgt spid="20"/>
                                        </p:tgtEl>
                                        <p:attrNameLst>
                                          <p:attrName>ppt_x</p:attrName>
                                        </p:attrNameLst>
                                      </p:cBhvr>
                                      <p:tavLst>
                                        <p:tav tm="0">
                                          <p:val>
                                            <p:strVal val="0-#ppt_w/2"/>
                                          </p:val>
                                        </p:tav>
                                        <p:tav tm="100000">
                                          <p:val>
                                            <p:strVal val="#ppt_x"/>
                                          </p:val>
                                        </p:tav>
                                      </p:tavLst>
                                    </p:anim>
                                    <p:anim calcmode="lin" valueType="num">
                                      <p:cBhvr additive="base">
                                        <p:cTn id="80"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autoUpdateAnimBg="0"/>
      <p:bldP spid="5" grpId="0" animBg="1" autoUpdateAnimBg="0"/>
      <p:bldP spid="6" grpId="0" animBg="1" autoUpdateAnimBg="0"/>
      <p:bldP spid="7" grpId="0" animBg="1" autoUpdateAnimBg="0"/>
      <p:bldP spid="8" grpId="0" animBg="1" autoUpdateAnimBg="0"/>
      <p:bldP spid="9" grpId="0" animBg="1" autoUpdateAnimBg="0"/>
      <p:bldP spid="11" grpId="0" animBg="1"/>
      <p:bldP spid="12" grpId="0" animBg="1"/>
      <p:bldP spid="13" grpId="0" animBg="1"/>
      <p:bldP spid="14" grpId="0" animBg="1"/>
      <p:bldP spid="15" grpId="0" animBg="1"/>
      <p:bldP spid="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3734" y="76180"/>
            <a:ext cx="2967479" cy="461665"/>
          </a:xfrm>
          <a:prstGeom prst="rect">
            <a:avLst/>
          </a:prstGeom>
        </p:spPr>
        <p:txBody>
          <a:bodyPr wrap="none">
            <a:spAutoFit/>
          </a:bodyPr>
          <a:lstStyle/>
          <a:p>
            <a:r>
              <a:rPr lang="en-US" altLang="zh-CN" sz="2400" b="1" dirty="0" smtClean="0">
                <a:solidFill>
                  <a:schemeClr val="bg1"/>
                </a:solidFill>
              </a:rPr>
              <a:t>2.10 </a:t>
            </a:r>
            <a:r>
              <a:rPr lang="zh-CN" altLang="en-US" sz="2400" b="1" dirty="0" smtClean="0">
                <a:solidFill>
                  <a:schemeClr val="bg1"/>
                </a:solidFill>
              </a:rPr>
              <a:t>首次会议（一）</a:t>
            </a:r>
            <a:endParaRPr lang="zh-CN" altLang="en-US" sz="2400" dirty="0">
              <a:solidFill>
                <a:schemeClr val="bg1"/>
              </a:solidFill>
            </a:endParaRPr>
          </a:p>
        </p:txBody>
      </p:sp>
      <p:sp>
        <p:nvSpPr>
          <p:cNvPr id="3" name="Rectangle 3"/>
          <p:cNvSpPr txBox="1">
            <a:spLocks noChangeArrowheads="1"/>
          </p:cNvSpPr>
          <p:nvPr/>
        </p:nvSpPr>
        <p:spPr>
          <a:xfrm>
            <a:off x="285720" y="719122"/>
            <a:ext cx="8416925" cy="5334000"/>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首次会议的目的：</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介绍审核组</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现场审核前重申审核目的、依据、范围</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最后确认审核计划（还可以修改和调整）</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介绍审核及最后报告的方法和程序</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确认所需资源已落实</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说明和承诺</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pic>
        <p:nvPicPr>
          <p:cNvPr id="4" name="Picture 4"/>
          <p:cNvPicPr>
            <a:picLocks noChangeAspect="1" noChangeArrowheads="1"/>
          </p:cNvPicPr>
          <p:nvPr/>
        </p:nvPicPr>
        <p:blipFill>
          <a:blip r:embed="rId2" cstate="print"/>
          <a:srcRect/>
          <a:stretch>
            <a:fillRect/>
          </a:stretch>
        </p:blipFill>
        <p:spPr bwMode="auto">
          <a:xfrm>
            <a:off x="5715008" y="1719254"/>
            <a:ext cx="3000396" cy="3299437"/>
          </a:xfrm>
          <a:prstGeom prst="rect">
            <a:avLst/>
          </a:prstGeom>
          <a:noFill/>
        </p:spPr>
      </p:pic>
    </p:spTree>
  </p:cSld>
  <p:clrMapOvr>
    <a:masterClrMapping/>
  </p:clrMapOvr>
  <p:transition advClick="0"/>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500034" y="647684"/>
            <a:ext cx="8416925" cy="4857784"/>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首次会议的典型议程</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与会者签到</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重申审核目的、审核依据</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重申审核范围</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重申审核计划</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介绍审核过程的主要方法和程序（抽样、过程中的交流和沟通）</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介绍不合格的判定及最终结论的判定方法</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确认工作资源（陪同人员）、办公设施</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确认工作时间、末次会议的时间和地点</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其他有关问题的说明（如限制条件等）</a:t>
            </a:r>
          </a:p>
        </p:txBody>
      </p:sp>
      <p:sp>
        <p:nvSpPr>
          <p:cNvPr id="3" name="矩形 2"/>
          <p:cNvSpPr/>
          <p:nvPr/>
        </p:nvSpPr>
        <p:spPr>
          <a:xfrm>
            <a:off x="435172" y="147618"/>
            <a:ext cx="2898550" cy="461665"/>
          </a:xfrm>
          <a:prstGeom prst="rect">
            <a:avLst/>
          </a:prstGeom>
        </p:spPr>
        <p:txBody>
          <a:bodyPr wrap="none">
            <a:spAutoFit/>
          </a:bodyPr>
          <a:lstStyle/>
          <a:p>
            <a:r>
              <a:rPr lang="en-US" altLang="zh-CN" sz="2400" b="1" dirty="0" smtClean="0">
                <a:solidFill>
                  <a:schemeClr val="bg1"/>
                </a:solidFill>
              </a:rPr>
              <a:t>2.10</a:t>
            </a:r>
            <a:r>
              <a:rPr lang="zh-CN" altLang="en-US" sz="2400" b="1" dirty="0" smtClean="0">
                <a:solidFill>
                  <a:schemeClr val="bg1"/>
                </a:solidFill>
              </a:rPr>
              <a:t>首次会议（二）</a:t>
            </a:r>
            <a:endParaRPr lang="zh-CN" altLang="en-US" sz="2400" dirty="0">
              <a:solidFill>
                <a:schemeClr val="bg1"/>
              </a:solidFill>
            </a:endParaRPr>
          </a:p>
        </p:txBody>
      </p:sp>
    </p:spTree>
  </p:cSld>
  <p:clrMapOvr>
    <a:masterClrMapping/>
  </p:clrMapOvr>
  <p:transition advClick="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298479" y="68246"/>
            <a:ext cx="8416925" cy="579438"/>
          </a:xfrm>
        </p:spPr>
        <p:txBody>
          <a:bodyPr>
            <a:normAutofit/>
          </a:bodyPr>
          <a:lstStyle/>
          <a:p>
            <a:pPr algn="l"/>
            <a:r>
              <a:rPr lang="en-US" altLang="zh-CN" sz="2400" b="1" dirty="0" smtClean="0">
                <a:solidFill>
                  <a:schemeClr val="bg1"/>
                </a:solidFill>
              </a:rPr>
              <a:t>2.11</a:t>
            </a:r>
            <a:r>
              <a:rPr lang="zh-CN" altLang="en-US" sz="2400" b="1" dirty="0" smtClean="0">
                <a:solidFill>
                  <a:schemeClr val="bg1"/>
                </a:solidFill>
              </a:rPr>
              <a:t>审核</a:t>
            </a:r>
            <a:r>
              <a:rPr lang="zh-CN" altLang="en-US" sz="2400" b="1" dirty="0">
                <a:solidFill>
                  <a:schemeClr val="bg1"/>
                </a:solidFill>
              </a:rPr>
              <a:t>的方法和</a:t>
            </a:r>
            <a:r>
              <a:rPr lang="zh-CN" altLang="en-US" sz="2400" b="1" dirty="0" smtClean="0">
                <a:solidFill>
                  <a:schemeClr val="bg1"/>
                </a:solidFill>
              </a:rPr>
              <a:t>技巧（一）</a:t>
            </a:r>
            <a:endParaRPr lang="zh-CN" altLang="en-US" sz="2400" b="1" dirty="0">
              <a:solidFill>
                <a:schemeClr val="bg1"/>
              </a:solidFill>
            </a:endParaRPr>
          </a:p>
        </p:txBody>
      </p:sp>
      <p:sp>
        <p:nvSpPr>
          <p:cNvPr id="3" name="Rectangle 3"/>
          <p:cNvSpPr txBox="1">
            <a:spLocks noChangeArrowheads="1"/>
          </p:cNvSpPr>
          <p:nvPr/>
        </p:nvSpPr>
        <p:spPr>
          <a:xfrm>
            <a:off x="285720" y="647684"/>
            <a:ext cx="7286676" cy="928694"/>
          </a:xfrm>
          <a:prstGeom prst="rect">
            <a:avLst/>
          </a:prstGeom>
        </p:spPr>
        <p:txBody>
          <a:bodyPr vert="horz" lIns="103163" tIns="51581" rIns="103163" bIns="51581" rtlCol="0">
            <a:normAutofit lnSpcReduction="10000"/>
          </a:bodyPr>
          <a:lstStyle/>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审核的基本方法：</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抽样（随机抽样）</a:t>
            </a:r>
          </a:p>
          <a:p>
            <a:pPr marL="386860" lvl="0" indent="-386860">
              <a:lnSpc>
                <a:spcPct val="150000"/>
              </a:lnSpc>
              <a:spcBef>
                <a:spcPct val="20000"/>
              </a:spcBef>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审核的方式：</a:t>
            </a:r>
            <a:r>
              <a:rPr lang="zh-CN" altLang="en-US" sz="1800" dirty="0" smtClean="0"/>
              <a:t>顺向跟踪、逆向追溯、按部门、按过程等。</a:t>
            </a:r>
          </a:p>
          <a:p>
            <a:pPr marL="386860" indent="-386860">
              <a:lnSpc>
                <a:spcPct val="150000"/>
              </a:lnSpc>
              <a:spcBef>
                <a:spcPct val="20000"/>
              </a:spcBef>
            </a:pPr>
            <a:endParaRPr lang="zh-CN" altLang="en-US" dirty="0" smtClean="0"/>
          </a:p>
          <a:p>
            <a:pPr marL="386860" lvl="0" indent="-386860">
              <a:lnSpc>
                <a:spcPct val="150000"/>
              </a:lnSpc>
              <a:spcBef>
                <a:spcPct val="20000"/>
              </a:spcBef>
            </a:pPr>
            <a:endParaRPr lang="zh-CN" altLang="en-US" dirty="0" smtClean="0"/>
          </a:p>
          <a:p>
            <a:pPr marL="386860" indent="-386860">
              <a:lnSpc>
                <a:spcPct val="150000"/>
              </a:lnSpc>
              <a:spcBef>
                <a:spcPct val="20000"/>
              </a:spcBef>
            </a:pPr>
            <a:endParaRPr lang="zh-CN" altLang="en-US" dirty="0" smtClean="0"/>
          </a:p>
          <a:p>
            <a:pPr marL="386860" marR="0" lvl="0" indent="-386860" algn="l" defTabSz="1031626" rtl="0" eaLnBrk="1" fontAlgn="auto" latinLnBrk="0" hangingPunct="1">
              <a:lnSpc>
                <a:spcPct val="150000"/>
              </a:lnSpc>
              <a:spcBef>
                <a:spcPct val="20000"/>
              </a:spcBef>
              <a:spcAft>
                <a:spcPts val="0"/>
              </a:spcAft>
              <a:buClrTx/>
              <a:buSzTx/>
              <a:buFontTx/>
              <a:buNone/>
              <a:tabLst/>
              <a:defRPr/>
            </a:pPr>
            <a:endParaRPr kumimoji="0" lang="zh-CN" altLang="en-US" b="1"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4" name="Picture 4"/>
          <p:cNvPicPr>
            <a:picLocks noChangeAspect="1" noChangeArrowheads="1"/>
          </p:cNvPicPr>
          <p:nvPr/>
        </p:nvPicPr>
        <p:blipFill>
          <a:blip r:embed="rId2" cstate="print"/>
          <a:srcRect/>
          <a:stretch>
            <a:fillRect/>
          </a:stretch>
        </p:blipFill>
        <p:spPr bwMode="auto">
          <a:xfrm>
            <a:off x="6273017" y="3076576"/>
            <a:ext cx="2161396" cy="1721466"/>
          </a:xfrm>
          <a:prstGeom prst="rect">
            <a:avLst/>
          </a:prstGeom>
          <a:noFill/>
        </p:spPr>
      </p:pic>
      <p:sp>
        <p:nvSpPr>
          <p:cNvPr id="5" name="矩形 4"/>
          <p:cNvSpPr/>
          <p:nvPr/>
        </p:nvSpPr>
        <p:spPr>
          <a:xfrm>
            <a:off x="285720" y="1576378"/>
            <a:ext cx="8715436" cy="3970318"/>
          </a:xfrm>
          <a:prstGeom prst="rect">
            <a:avLst/>
          </a:prstGeom>
        </p:spPr>
        <p:txBody>
          <a:bodyPr wrap="square">
            <a:spAutoFit/>
          </a:bodyPr>
          <a:lstStyle/>
          <a:p>
            <a:pPr marL="386860" lvl="0" indent="-386860">
              <a:lnSpc>
                <a:spcPct val="140000"/>
              </a:lnSpc>
              <a:defRPr/>
            </a:pPr>
            <a:r>
              <a:rPr lang="zh-CN" altLang="en-US" sz="1800" b="1" dirty="0" smtClean="0">
                <a:latin typeface="+mn-ea"/>
              </a:rPr>
              <a:t>调查取证：</a:t>
            </a:r>
          </a:p>
          <a:p>
            <a:pPr marL="386860" lvl="0" indent="-386860">
              <a:lnSpc>
                <a:spcPct val="140000"/>
              </a:lnSpc>
              <a:defRPr/>
            </a:pPr>
            <a:r>
              <a:rPr lang="zh-CN" altLang="en-US" sz="1800" b="1" dirty="0" smtClean="0">
                <a:latin typeface="+mn-ea"/>
              </a:rPr>
              <a:t>客观证据    </a:t>
            </a:r>
            <a:r>
              <a:rPr lang="zh-CN" altLang="en-US" sz="1800" dirty="0" smtClean="0">
                <a:latin typeface="+mn-ea"/>
              </a:rPr>
              <a:t>支持事物存在或其真实性的数据</a:t>
            </a:r>
          </a:p>
          <a:p>
            <a:pPr marL="386860" lvl="0" indent="-386860">
              <a:lnSpc>
                <a:spcPct val="140000"/>
              </a:lnSpc>
              <a:defRPr/>
            </a:pPr>
            <a:r>
              <a:rPr lang="zh-CN" altLang="en-US" sz="1800" b="1" dirty="0" smtClean="0">
                <a:latin typeface="+mn-ea"/>
              </a:rPr>
              <a:t>审核证据</a:t>
            </a:r>
            <a:r>
              <a:rPr lang="zh-TW" altLang="en-US" sz="1800" dirty="0" smtClean="0">
                <a:latin typeface="+mn-ea"/>
              </a:rPr>
              <a:t>        </a:t>
            </a:r>
            <a:r>
              <a:rPr lang="zh-TW" altLang="en-US" sz="1800" dirty="0" smtClean="0">
                <a:latin typeface="宋体" pitchFamily="2" charset="-122"/>
                <a:ea typeface="宋体" pitchFamily="2" charset="-122"/>
              </a:rPr>
              <a:t>与</a:t>
            </a:r>
            <a:r>
              <a:rPr lang="zh-TW" altLang="en-US" sz="1800" dirty="0" smtClean="0">
                <a:latin typeface="+mn-ea"/>
              </a:rPr>
              <a:t>审核准则有关的并且能够证实的记录、事实    陈述或其他信息</a:t>
            </a:r>
          </a:p>
          <a:p>
            <a:pPr marL="386860" lvl="0" indent="-386860">
              <a:lnSpc>
                <a:spcPct val="140000"/>
              </a:lnSpc>
              <a:defRPr/>
            </a:pPr>
            <a:r>
              <a:rPr lang="zh-CN" altLang="en-US" sz="1800" b="1" dirty="0" smtClean="0">
                <a:latin typeface="+mn-ea"/>
              </a:rPr>
              <a:t>审核证据可以是：</a:t>
            </a:r>
          </a:p>
          <a:p>
            <a:pPr marL="386860" lvl="0" indent="-386860">
              <a:lnSpc>
                <a:spcPct val="140000"/>
              </a:lnSpc>
              <a:buFont typeface="Arial" pitchFamily="34" charset="0"/>
              <a:buChar char="•"/>
              <a:defRPr/>
            </a:pPr>
            <a:r>
              <a:rPr lang="zh-CN" altLang="en-US" sz="1800" dirty="0" smtClean="0">
                <a:latin typeface="+mn-ea"/>
              </a:rPr>
              <a:t>文件</a:t>
            </a:r>
          </a:p>
          <a:p>
            <a:pPr marL="386860" lvl="0" indent="-386860">
              <a:lnSpc>
                <a:spcPct val="140000"/>
              </a:lnSpc>
              <a:buFont typeface="Arial" pitchFamily="34" charset="0"/>
              <a:buChar char="•"/>
              <a:defRPr/>
            </a:pPr>
            <a:r>
              <a:rPr lang="zh-CN" altLang="en-US" sz="1800" dirty="0" smtClean="0">
                <a:latin typeface="+mn-ea"/>
              </a:rPr>
              <a:t>记录</a:t>
            </a:r>
          </a:p>
          <a:p>
            <a:pPr marL="386860" lvl="0" indent="-386860">
              <a:lnSpc>
                <a:spcPct val="140000"/>
              </a:lnSpc>
              <a:buFont typeface="Arial" pitchFamily="34" charset="0"/>
              <a:buChar char="•"/>
              <a:defRPr/>
            </a:pPr>
            <a:r>
              <a:rPr lang="zh-CN" altLang="en-US" sz="1800" dirty="0" smtClean="0">
                <a:latin typeface="+mn-ea"/>
              </a:rPr>
              <a:t>观察到的事实</a:t>
            </a:r>
          </a:p>
          <a:p>
            <a:pPr marL="386860" lvl="0" indent="-386860">
              <a:lnSpc>
                <a:spcPct val="140000"/>
              </a:lnSpc>
              <a:buFont typeface="Arial" pitchFamily="34" charset="0"/>
              <a:buChar char="•"/>
              <a:defRPr/>
            </a:pPr>
            <a:r>
              <a:rPr lang="zh-CN" altLang="en-US" sz="1800" dirty="0" smtClean="0">
                <a:latin typeface="+mn-ea"/>
              </a:rPr>
              <a:t>主要领导、运作人的陈述</a:t>
            </a:r>
          </a:p>
          <a:p>
            <a:pPr marL="386860" lvl="0" indent="-386860">
              <a:lnSpc>
                <a:spcPct val="140000"/>
              </a:lnSpc>
              <a:buFont typeface="Arial" pitchFamily="34" charset="0"/>
              <a:buChar char="•"/>
              <a:defRPr/>
            </a:pPr>
            <a:r>
              <a:rPr lang="zh-CN" altLang="en-US" sz="1800" dirty="0" smtClean="0">
                <a:latin typeface="+mn-ea"/>
              </a:rPr>
              <a:t>实际测量结果的信息</a:t>
            </a:r>
          </a:p>
          <a:p>
            <a:pPr marL="386860" lvl="0" indent="-386860">
              <a:lnSpc>
                <a:spcPct val="140000"/>
              </a:lnSpc>
              <a:defRPr/>
            </a:pPr>
            <a:r>
              <a:rPr lang="zh-CN" altLang="en-US" sz="1800" b="1" dirty="0" smtClean="0">
                <a:latin typeface="+mn-ea"/>
              </a:rPr>
              <a:t>审核发现  </a:t>
            </a:r>
            <a:r>
              <a:rPr lang="zh-TW" altLang="en-US" sz="1800" dirty="0" smtClean="0">
                <a:latin typeface="+mn-ea"/>
              </a:rPr>
              <a:t> </a:t>
            </a:r>
            <a:r>
              <a:rPr lang="zh-TW" altLang="en-US" sz="1800" dirty="0" smtClean="0">
                <a:latin typeface="宋体" pitchFamily="2" charset="-122"/>
                <a:ea typeface="宋体" pitchFamily="2" charset="-122"/>
              </a:rPr>
              <a:t>将收集到的审核证据对照审核准则进行评价的结果</a:t>
            </a:r>
            <a:endParaRPr lang="zh-CN" altLang="en-US" sz="1800" dirty="0">
              <a:latin typeface="宋体" pitchFamily="2" charset="-122"/>
              <a:ea typeface="宋体" pitchFamily="2" charset="-122"/>
            </a:endParaRPr>
          </a:p>
        </p:txBody>
      </p:sp>
    </p:spTree>
  </p:cSld>
  <p:clrMapOvr>
    <a:masterClrMapping/>
  </p:clrMapOvr>
  <p:transition advClick="0"/>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642910" y="719122"/>
            <a:ext cx="4895850" cy="4857784"/>
          </a:xfrm>
          <a:prstGeom prst="rect">
            <a:avLst/>
          </a:prstGeom>
        </p:spPr>
        <p:txBody>
          <a:bodyPr vert="horz" lIns="103163" tIns="51581" rIns="103163" bIns="51581" rtlCol="0">
            <a:normAutofit lnSpcReduction="10000"/>
          </a:bodyPr>
          <a:lstStyle/>
          <a:p>
            <a:pPr marL="386860" marR="0" lvl="0" indent="-386860" algn="l" defTabSz="1031626" rtl="0" eaLnBrk="1" fontAlgn="auto" latinLnBrk="0" hangingPunct="1">
              <a:lnSpc>
                <a:spcPct val="90000"/>
              </a:lnSpc>
              <a:spcBef>
                <a:spcPts val="6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调查取证的方法：</a:t>
            </a:r>
          </a:p>
          <a:p>
            <a:pPr marL="386860" marR="0" lvl="0" indent="-386860" algn="l" defTabSz="1031626" rtl="0" eaLnBrk="1" fontAlgn="auto" latinLnBrk="0" hangingPunct="1">
              <a:lnSpc>
                <a:spcPct val="140000"/>
              </a:lnSpc>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面谈</a:t>
            </a:r>
          </a:p>
          <a:p>
            <a:pPr marL="386860" marR="0" lvl="0" indent="-386860" algn="l" defTabSz="1031626" rtl="0" eaLnBrk="1" fontAlgn="auto" latinLnBrk="0" hangingPunct="1">
              <a:lnSpc>
                <a:spcPct val="140000"/>
              </a:lnSpc>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观察</a:t>
            </a:r>
          </a:p>
          <a:p>
            <a:pPr marL="386860" marR="0" lvl="0" indent="-386860" algn="l" defTabSz="1031626" rtl="0" eaLnBrk="1" fontAlgn="auto" latinLnBrk="0" hangingPunct="1">
              <a:lnSpc>
                <a:spcPct val="140000"/>
              </a:lnSpc>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追踪</a:t>
            </a:r>
          </a:p>
          <a:p>
            <a:pPr marL="386860" marR="0" lvl="0" indent="-386860" algn="l" defTabSz="1031626" rtl="0" eaLnBrk="1" fontAlgn="auto" latinLnBrk="0" hangingPunct="1">
              <a:lnSpc>
                <a:spcPct val="140000"/>
              </a:lnSpc>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实测</a:t>
            </a:r>
          </a:p>
          <a:p>
            <a:pPr marL="386860" marR="0" lvl="0" indent="-386860" algn="l" defTabSz="1031626" rtl="0" eaLnBrk="1" fontAlgn="auto" latinLnBrk="0" hangingPunct="1">
              <a:lnSpc>
                <a:spcPct val="140000"/>
              </a:lnSpc>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记录</a:t>
            </a:r>
          </a:p>
          <a:p>
            <a:pPr marR="0" lvl="0" indent="361950" algn="l" defTabSz="1031626" rtl="0" eaLnBrk="1" fontAlgn="auto" latinLnBrk="0" hangingPunct="1">
              <a:lnSpc>
                <a:spcPct val="150000"/>
              </a:lnSpc>
              <a:spcBef>
                <a:spcPct val="20000"/>
              </a:spcBef>
              <a:spcAft>
                <a:spcPts val="0"/>
              </a:spcAft>
              <a:buClrTx/>
              <a:buSzTx/>
              <a:buFontTx/>
              <a:buNone/>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在整个审核过程中，是通过抽样进行调查取证的，但在质量体系认证的初次审核中过程必须覆盖全部，不能只抽取部门过程。此外，对已经确定的审核范围，也不能抽样，在同一审核范围内允许抽样调查，不同的范围必须全部覆盖。</a:t>
            </a:r>
            <a:endParaRPr kumimoji="0" lang="zh-CN" altLang="en-US" b="0" i="0" u="none" strike="noStrike" kern="1200" cap="none" spc="0" normalizeH="0" baseline="0" noProof="0" dirty="0">
              <a:ln>
                <a:noFill/>
              </a:ln>
              <a:solidFill>
                <a:schemeClr val="tx1"/>
              </a:solidFill>
              <a:effectLst/>
              <a:uLnTx/>
              <a:uFillTx/>
              <a:latin typeface="+mn-lt"/>
              <a:ea typeface="+mn-ea"/>
              <a:cs typeface="+mn-cs"/>
            </a:endParaRPr>
          </a:p>
        </p:txBody>
      </p:sp>
      <p:sp>
        <p:nvSpPr>
          <p:cNvPr id="4" name="矩形 3"/>
          <p:cNvSpPr/>
          <p:nvPr/>
        </p:nvSpPr>
        <p:spPr>
          <a:xfrm>
            <a:off x="500034" y="147618"/>
            <a:ext cx="4136069" cy="461665"/>
          </a:xfrm>
          <a:prstGeom prst="rect">
            <a:avLst/>
          </a:prstGeom>
        </p:spPr>
        <p:txBody>
          <a:bodyPr wrap="none">
            <a:spAutoFit/>
          </a:bodyPr>
          <a:lstStyle/>
          <a:p>
            <a:r>
              <a:rPr lang="en-US" altLang="zh-CN" sz="2400" b="1" dirty="0" smtClean="0">
                <a:solidFill>
                  <a:schemeClr val="bg1"/>
                </a:solidFill>
              </a:rPr>
              <a:t>2.11</a:t>
            </a:r>
            <a:r>
              <a:rPr lang="zh-CN" altLang="en-US" sz="2400" b="1" dirty="0" smtClean="0">
                <a:solidFill>
                  <a:schemeClr val="bg1"/>
                </a:solidFill>
              </a:rPr>
              <a:t>审核的方法和技巧（二）</a:t>
            </a:r>
            <a:endParaRPr lang="zh-CN" altLang="en-US" sz="2400" b="1" dirty="0">
              <a:solidFill>
                <a:schemeClr val="bg1"/>
              </a:solidFill>
            </a:endParaRPr>
          </a:p>
        </p:txBody>
      </p:sp>
      <p:pic>
        <p:nvPicPr>
          <p:cNvPr id="5" name="Picture 4"/>
          <p:cNvPicPr>
            <a:picLocks noChangeAspect="1" noChangeArrowheads="1"/>
          </p:cNvPicPr>
          <p:nvPr/>
        </p:nvPicPr>
        <p:blipFill>
          <a:blip r:embed="rId2" cstate="print"/>
          <a:srcRect/>
          <a:stretch>
            <a:fillRect/>
          </a:stretch>
        </p:blipFill>
        <p:spPr bwMode="auto">
          <a:xfrm>
            <a:off x="6000760" y="2443178"/>
            <a:ext cx="2643206" cy="2847976"/>
          </a:xfrm>
          <a:prstGeom prst="rect">
            <a:avLst/>
          </a:prstGeom>
          <a:noFill/>
        </p:spPr>
      </p:pic>
    </p:spTree>
  </p:cSld>
  <p:clrMapOvr>
    <a:masterClrMapping/>
  </p:clrMapOvr>
  <p:transition advClick="0"/>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500034" y="719122"/>
            <a:ext cx="6215106" cy="2071702"/>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面谈的技巧：</a:t>
            </a:r>
          </a:p>
          <a:p>
            <a:pPr marL="386860" marR="0" lvl="0" indent="-386860" algn="l" defTabSz="1031626"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1" i="0" u="none" strike="noStrike" kern="1200" cap="none" spc="0" normalizeH="0" baseline="0" noProof="0" dirty="0" smtClean="0">
                <a:ln>
                  <a:noFill/>
                </a:ln>
                <a:solidFill>
                  <a:srgbClr val="0070C0"/>
                </a:solidFill>
                <a:effectLst/>
                <a:uLnTx/>
                <a:uFillTx/>
                <a:latin typeface="+mn-lt"/>
                <a:ea typeface="+mn-ea"/>
                <a:cs typeface="+mn-cs"/>
              </a:rPr>
              <a:t>提问的主要内容</a:t>
            </a:r>
          </a:p>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、需要了解的主题 ： 职责、过程、地点、时间</a:t>
            </a:r>
          </a:p>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、拓展调查：               思路、原因、借口</a:t>
            </a:r>
          </a:p>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3</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、确认、验证：           肯定或否定某一事实，找出证据</a:t>
            </a:r>
          </a:p>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4</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、应变能力 ：              假设异常情况的处理方式</a:t>
            </a:r>
          </a:p>
        </p:txBody>
      </p:sp>
      <p:sp>
        <p:nvSpPr>
          <p:cNvPr id="5" name="矩形 4"/>
          <p:cNvSpPr/>
          <p:nvPr/>
        </p:nvSpPr>
        <p:spPr>
          <a:xfrm>
            <a:off x="500034" y="147618"/>
            <a:ext cx="4136069" cy="461665"/>
          </a:xfrm>
          <a:prstGeom prst="rect">
            <a:avLst/>
          </a:prstGeom>
        </p:spPr>
        <p:txBody>
          <a:bodyPr wrap="none">
            <a:spAutoFit/>
          </a:bodyPr>
          <a:lstStyle/>
          <a:p>
            <a:r>
              <a:rPr lang="en-US" altLang="zh-CN" sz="2400" b="1" dirty="0" smtClean="0">
                <a:solidFill>
                  <a:schemeClr val="bg1"/>
                </a:solidFill>
              </a:rPr>
              <a:t>2.11</a:t>
            </a:r>
            <a:r>
              <a:rPr lang="zh-CN" altLang="en-US" sz="2400" b="1" dirty="0" smtClean="0">
                <a:solidFill>
                  <a:schemeClr val="bg1"/>
                </a:solidFill>
              </a:rPr>
              <a:t>审核的方法和技巧（三）</a:t>
            </a:r>
            <a:endParaRPr lang="zh-CN" altLang="en-US" sz="2400" b="1" dirty="0">
              <a:solidFill>
                <a:schemeClr val="bg1"/>
              </a:solidFill>
            </a:endParaRPr>
          </a:p>
        </p:txBody>
      </p:sp>
      <p:graphicFrame>
        <p:nvGraphicFramePr>
          <p:cNvPr id="6" name="表格 5"/>
          <p:cNvGraphicFramePr>
            <a:graphicFrameLocks noGrp="1"/>
          </p:cNvGraphicFramePr>
          <p:nvPr/>
        </p:nvGraphicFramePr>
        <p:xfrm>
          <a:off x="571472" y="2790824"/>
          <a:ext cx="5429288" cy="2939680"/>
        </p:xfrm>
        <a:graphic>
          <a:graphicData uri="http://schemas.openxmlformats.org/drawingml/2006/table">
            <a:tbl>
              <a:tblPr/>
              <a:tblGrid>
                <a:gridCol w="2164732"/>
                <a:gridCol w="3264556"/>
              </a:tblGrid>
              <a:tr h="389261">
                <a:tc gridSpan="2">
                  <a:txBody>
                    <a:bodyPr/>
                    <a:lstStyle/>
                    <a:p>
                      <a:pPr marL="386860" marR="0" lvl="0" indent="-386860" algn="l" defTabSz="1031626"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1" i="0" u="none" strike="noStrike" kern="1200" cap="none" spc="0" normalizeH="0" baseline="0" noProof="0" dirty="0" smtClean="0">
                          <a:ln>
                            <a:noFill/>
                          </a:ln>
                          <a:solidFill>
                            <a:srgbClr val="0070C0"/>
                          </a:solidFill>
                          <a:effectLst/>
                          <a:uLnTx/>
                          <a:uFillTx/>
                          <a:latin typeface="+mn-lt"/>
                          <a:ea typeface="+mn-ea"/>
                          <a:cs typeface="+mn-cs"/>
                        </a:rPr>
                        <a:t>提问的方式</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r>
              <a:tr h="920935">
                <a:tc>
                  <a:txBody>
                    <a:bodyPr/>
                    <a:lstStyle/>
                    <a:p>
                      <a:pPr marL="0" indent="180975" algn="l" fontAlgn="ct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、封闭式                     </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80975" indent="180975" algn="l" fontAlgn="ctr">
                        <a:lnSpc>
                          <a:spcPts val="2400"/>
                        </a:lnSpc>
                        <a:buFont typeface="Arial" pitchFamily="34" charset="0"/>
                        <a:buChar char="•"/>
                      </a:pPr>
                      <a:r>
                        <a:rPr lang="zh-CN" altLang="en-US" sz="1400" b="0" i="0" u="none" strike="noStrike" dirty="0">
                          <a:solidFill>
                            <a:srgbClr val="000000"/>
                          </a:solidFill>
                          <a:latin typeface="宋体"/>
                        </a:rPr>
                        <a:t>可用简单的“是”或“否”</a:t>
                      </a:r>
                      <a:r>
                        <a:rPr lang="zh-CN" altLang="en-US" sz="1400" b="0" i="0" u="none" strike="noStrike" dirty="0" smtClean="0">
                          <a:solidFill>
                            <a:srgbClr val="000000"/>
                          </a:solidFill>
                          <a:latin typeface="宋体"/>
                        </a:rPr>
                        <a:t>回答</a:t>
                      </a:r>
                      <a:endParaRPr lang="en-US" altLang="zh-CN" sz="1400" b="0" i="0" u="none" strike="noStrike" dirty="0" smtClean="0">
                        <a:solidFill>
                          <a:srgbClr val="000000"/>
                        </a:solidFill>
                        <a:latin typeface="宋体"/>
                      </a:endParaRPr>
                    </a:p>
                    <a:p>
                      <a:pPr marL="180975" indent="180975" algn="l" fontAlgn="ctr">
                        <a:lnSpc>
                          <a:spcPts val="2400"/>
                        </a:lnSpc>
                        <a:buFont typeface="Arial" pitchFamily="34" charset="0"/>
                        <a:buChar char="•"/>
                      </a:pPr>
                      <a:r>
                        <a:rPr lang="zh-CN" altLang="en-US" sz="1400" b="0" i="0" u="none" strike="noStrike" dirty="0" smtClean="0">
                          <a:solidFill>
                            <a:srgbClr val="000000"/>
                          </a:solidFill>
                          <a:latin typeface="宋体"/>
                        </a:rPr>
                        <a:t>用以</a:t>
                      </a:r>
                      <a:r>
                        <a:rPr lang="zh-CN" altLang="en-US" sz="1400" b="0" i="0" u="none" strike="noStrike" dirty="0">
                          <a:solidFill>
                            <a:srgbClr val="000000"/>
                          </a:solidFill>
                          <a:latin typeface="宋体"/>
                        </a:rPr>
                        <a:t>获取专门的</a:t>
                      </a:r>
                      <a:r>
                        <a:rPr lang="zh-CN" altLang="en-US" sz="1400" b="0" i="0" u="none" strike="noStrike" dirty="0" smtClean="0">
                          <a:solidFill>
                            <a:srgbClr val="000000"/>
                          </a:solidFill>
                          <a:latin typeface="宋体"/>
                        </a:rPr>
                        <a:t>信息</a:t>
                      </a:r>
                      <a:endParaRPr lang="en-US" altLang="zh-CN" sz="1400" b="0" i="0" u="none" strike="noStrike" dirty="0" smtClean="0">
                        <a:solidFill>
                          <a:srgbClr val="000000"/>
                        </a:solidFill>
                        <a:latin typeface="宋体"/>
                      </a:endParaRPr>
                    </a:p>
                    <a:p>
                      <a:pPr marL="180975" indent="180975" algn="l" fontAlgn="ctr">
                        <a:lnSpc>
                          <a:spcPts val="2400"/>
                        </a:lnSpc>
                        <a:buFont typeface="Arial" pitchFamily="34" charset="0"/>
                        <a:buChar char="•"/>
                      </a:pPr>
                      <a:r>
                        <a:rPr lang="zh-CN" altLang="en-US" sz="1400" b="0" i="0" u="none" strike="noStrike" dirty="0" smtClean="0">
                          <a:solidFill>
                            <a:srgbClr val="000000"/>
                          </a:solidFill>
                          <a:latin typeface="宋体"/>
                        </a:rPr>
                        <a:t>有</a:t>
                      </a:r>
                      <a:r>
                        <a:rPr lang="zh-CN" altLang="en-US" sz="1400" b="0" i="0" u="none" strike="noStrike" dirty="0">
                          <a:solidFill>
                            <a:srgbClr val="000000"/>
                          </a:solidFill>
                          <a:latin typeface="宋体"/>
                        </a:rPr>
                        <a:t>主动权，但信息量小</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920935">
                <a:tc>
                  <a:txBody>
                    <a:bodyPr/>
                    <a:lstStyle/>
                    <a:p>
                      <a:pPr marL="0" indent="180975" algn="l" fontAlgn="ct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、开放式 </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80975" indent="180975" algn="l" fontAlgn="ctr">
                        <a:lnSpc>
                          <a:spcPts val="2400"/>
                        </a:lnSpc>
                        <a:buFont typeface="Arial" pitchFamily="34" charset="0"/>
                        <a:buChar char="•"/>
                      </a:pPr>
                      <a:r>
                        <a:rPr lang="zh-CN" altLang="en-US" sz="1400" b="0" i="0" u="none" strike="noStrike" dirty="0">
                          <a:solidFill>
                            <a:srgbClr val="000000"/>
                          </a:solidFill>
                          <a:latin typeface="宋体"/>
                        </a:rPr>
                        <a:t>答案需要解释或</a:t>
                      </a:r>
                      <a:r>
                        <a:rPr lang="zh-CN" altLang="en-US" sz="1400" b="0" i="0" u="none" strike="noStrike" dirty="0" smtClean="0">
                          <a:solidFill>
                            <a:srgbClr val="000000"/>
                          </a:solidFill>
                          <a:latin typeface="宋体"/>
                        </a:rPr>
                        <a:t>表达</a:t>
                      </a:r>
                      <a:endParaRPr lang="en-US" altLang="zh-CN" sz="1400" b="0" i="0" u="none" strike="noStrike" dirty="0" smtClean="0">
                        <a:solidFill>
                          <a:srgbClr val="000000"/>
                        </a:solidFill>
                        <a:latin typeface="宋体"/>
                      </a:endParaRPr>
                    </a:p>
                    <a:p>
                      <a:pPr marL="180975" indent="180975" algn="l" fontAlgn="ctr">
                        <a:lnSpc>
                          <a:spcPts val="2400"/>
                        </a:lnSpc>
                        <a:buFont typeface="Arial" pitchFamily="34" charset="0"/>
                        <a:buChar char="•"/>
                      </a:pPr>
                      <a:r>
                        <a:rPr lang="zh-CN" altLang="en-US" sz="1400" b="0" i="0" u="none" strike="noStrike" dirty="0" smtClean="0">
                          <a:solidFill>
                            <a:srgbClr val="000000"/>
                          </a:solidFill>
                          <a:latin typeface="宋体"/>
                        </a:rPr>
                        <a:t>可</a:t>
                      </a:r>
                      <a:r>
                        <a:rPr lang="zh-CN" altLang="en-US" sz="1400" b="0" i="0" u="none" strike="noStrike" dirty="0">
                          <a:solidFill>
                            <a:srgbClr val="000000"/>
                          </a:solidFill>
                          <a:latin typeface="宋体"/>
                        </a:rPr>
                        <a:t>获取较大的</a:t>
                      </a:r>
                      <a:r>
                        <a:rPr lang="zh-CN" altLang="en-US" sz="1400" b="0" i="0" u="none" strike="noStrike" dirty="0" smtClean="0">
                          <a:solidFill>
                            <a:srgbClr val="000000"/>
                          </a:solidFill>
                          <a:latin typeface="宋体"/>
                        </a:rPr>
                        <a:t>信息量</a:t>
                      </a:r>
                      <a:endParaRPr lang="en-US" altLang="zh-CN" sz="1400" b="0" i="0" u="none" strike="noStrike" dirty="0" smtClean="0">
                        <a:solidFill>
                          <a:srgbClr val="000000"/>
                        </a:solidFill>
                        <a:latin typeface="宋体"/>
                      </a:endParaRPr>
                    </a:p>
                    <a:p>
                      <a:pPr marL="180975" indent="180975" algn="l" fontAlgn="ctr">
                        <a:lnSpc>
                          <a:spcPts val="2400"/>
                        </a:lnSpc>
                        <a:buFont typeface="Arial" pitchFamily="34" charset="0"/>
                        <a:buChar char="•"/>
                      </a:pPr>
                      <a:r>
                        <a:rPr lang="zh-CN" altLang="en-US" sz="1400" b="0" i="0" u="none" strike="noStrike" dirty="0" smtClean="0">
                          <a:solidFill>
                            <a:srgbClr val="000000"/>
                          </a:solidFill>
                          <a:latin typeface="宋体"/>
                        </a:rPr>
                        <a:t>有时</a:t>
                      </a:r>
                      <a:r>
                        <a:rPr lang="zh-CN" altLang="en-US" sz="1400" b="0" i="0" u="none" strike="noStrike" dirty="0">
                          <a:solidFill>
                            <a:srgbClr val="000000"/>
                          </a:solidFill>
                          <a:latin typeface="宋体"/>
                        </a:rPr>
                        <a:t>会浪费时间，被动</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r h="702569">
                <a:tc>
                  <a:txBody>
                    <a:bodyPr/>
                    <a:lstStyle/>
                    <a:p>
                      <a:pPr marL="0" indent="180975" algn="l" fontAlgn="ct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3</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、澄清式                     </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80975" indent="180975" algn="l" fontAlgn="ctr">
                        <a:lnSpc>
                          <a:spcPct val="100000"/>
                        </a:lnSpc>
                        <a:buFont typeface="Arial" pitchFamily="34" charset="0"/>
                        <a:buChar char="•"/>
                      </a:pPr>
                      <a:r>
                        <a:rPr lang="zh-CN" altLang="en-US" sz="1400" b="0" i="0" u="none" strike="noStrike" dirty="0">
                          <a:solidFill>
                            <a:srgbClr val="000000"/>
                          </a:solidFill>
                          <a:latin typeface="宋体"/>
                        </a:rPr>
                        <a:t>用于获取更多的专门信息或确认已获得的信息，不能经常用</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7" name="Picture 4" descr="PE01753_"/>
          <p:cNvPicPr>
            <a:picLocks noChangeAspect="1" noChangeArrowheads="1"/>
          </p:cNvPicPr>
          <p:nvPr/>
        </p:nvPicPr>
        <p:blipFill>
          <a:blip r:embed="rId2" cstate="print"/>
          <a:srcRect/>
          <a:stretch>
            <a:fillRect/>
          </a:stretch>
        </p:blipFill>
        <p:spPr bwMode="auto">
          <a:xfrm>
            <a:off x="6715140" y="2647948"/>
            <a:ext cx="1924072" cy="2499464"/>
          </a:xfrm>
          <a:prstGeom prst="rect">
            <a:avLst/>
          </a:prstGeom>
          <a:noFill/>
        </p:spPr>
      </p:pic>
    </p:spTree>
  </p:cSld>
  <p:clrMapOvr>
    <a:masterClrMapping/>
  </p:clrMapOvr>
  <p:transition advClick="0"/>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571472" y="719122"/>
            <a:ext cx="3857652" cy="4857784"/>
          </a:xfrm>
          <a:prstGeom prst="rect">
            <a:avLst/>
          </a:prstGeom>
          <a:ln>
            <a:solidFill>
              <a:schemeClr val="tx1"/>
            </a:solidFill>
          </a:ln>
        </p:spPr>
        <p:txBody>
          <a:bodyPr vert="horz" lIns="103163" tIns="51581" rIns="103163" bIns="51581" rtlCol="0">
            <a:normAutofit lnSpcReduction="10000"/>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  观察：</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审核现场环境</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审核现场人员的工作状态</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审核现场的设备状态</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过程的记录</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面谈人员的神态</a:t>
            </a:r>
          </a:p>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  追踪</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口头陈述必要时证实</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表面现象必要时寻找根源</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不良结果必要时寻找原因</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关联事项必要时查证</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矩形 3"/>
          <p:cNvSpPr/>
          <p:nvPr/>
        </p:nvSpPr>
        <p:spPr>
          <a:xfrm>
            <a:off x="4429124" y="719123"/>
            <a:ext cx="3929090" cy="4857784"/>
          </a:xfrm>
          <a:prstGeom prst="rect">
            <a:avLst/>
          </a:prstGeom>
          <a:ln>
            <a:solidFill>
              <a:schemeClr val="tx1"/>
            </a:solidFill>
          </a:ln>
        </p:spPr>
        <p:txBody>
          <a:bodyPr wrap="square">
            <a:spAutoFit/>
          </a:bodyPr>
          <a:lstStyle/>
          <a:p>
            <a:pPr>
              <a:buFontTx/>
              <a:buNone/>
            </a:pPr>
            <a:r>
              <a:rPr lang="zh-CN" altLang="en-US" sz="1800" b="1" dirty="0" smtClean="0"/>
              <a:t>  实测：</a:t>
            </a:r>
          </a:p>
          <a:p>
            <a:pPr>
              <a:lnSpc>
                <a:spcPct val="150000"/>
              </a:lnSpc>
              <a:buFontTx/>
              <a:buNone/>
            </a:pPr>
            <a:r>
              <a:rPr lang="zh-CN" altLang="en-US" sz="1800" dirty="0" smtClean="0"/>
              <a:t>        口述或观察难于证实时，可以通过实测证明</a:t>
            </a:r>
          </a:p>
          <a:p>
            <a:pPr>
              <a:spcBef>
                <a:spcPts val="600"/>
              </a:spcBef>
              <a:buFontTx/>
              <a:buNone/>
            </a:pPr>
            <a:r>
              <a:rPr lang="zh-CN" altLang="en-US" sz="1800" b="1" dirty="0" smtClean="0"/>
              <a:t>  记录</a:t>
            </a:r>
          </a:p>
          <a:p>
            <a:pPr marL="386860" indent="-386860">
              <a:lnSpc>
                <a:spcPct val="150000"/>
              </a:lnSpc>
              <a:buFont typeface="Arial" pitchFamily="34" charset="0"/>
              <a:buChar char="•"/>
            </a:pPr>
            <a:r>
              <a:rPr lang="zh-CN" altLang="en-US" sz="1800" dirty="0" smtClean="0"/>
              <a:t>时间、地点</a:t>
            </a:r>
          </a:p>
          <a:p>
            <a:pPr marL="386860" indent="-386860">
              <a:lnSpc>
                <a:spcPct val="150000"/>
              </a:lnSpc>
              <a:buFont typeface="Arial" pitchFamily="34" charset="0"/>
              <a:buChar char="•"/>
            </a:pPr>
            <a:r>
              <a:rPr lang="zh-CN" altLang="en-US" sz="1800" dirty="0" smtClean="0"/>
              <a:t>访问、调查的对象</a:t>
            </a:r>
          </a:p>
          <a:p>
            <a:pPr marL="386860" indent="-386860">
              <a:lnSpc>
                <a:spcPct val="150000"/>
              </a:lnSpc>
              <a:buFont typeface="Arial" pitchFamily="34" charset="0"/>
              <a:buChar char="•"/>
            </a:pPr>
            <a:r>
              <a:rPr lang="zh-CN" altLang="en-US" sz="1800" dirty="0" smtClean="0"/>
              <a:t>见证人</a:t>
            </a:r>
          </a:p>
          <a:p>
            <a:pPr marL="386860" indent="-386860">
              <a:lnSpc>
                <a:spcPct val="150000"/>
              </a:lnSpc>
              <a:buFont typeface="Arial" pitchFamily="34" charset="0"/>
              <a:buChar char="•"/>
            </a:pPr>
            <a:r>
              <a:rPr lang="zh-CN" altLang="en-US" sz="1800" dirty="0" smtClean="0"/>
              <a:t>见到的事实（主题事件、主要过程和活动实施概要）</a:t>
            </a:r>
          </a:p>
          <a:p>
            <a:pPr marL="386860" indent="-386860">
              <a:lnSpc>
                <a:spcPct val="150000"/>
              </a:lnSpc>
              <a:buFont typeface="Arial" pitchFamily="34" charset="0"/>
              <a:buChar char="•"/>
            </a:pPr>
            <a:r>
              <a:rPr lang="zh-CN" altLang="en-US" sz="1800" dirty="0" smtClean="0"/>
              <a:t>体系运行的有效信息（特别是主要过程和关键活动的有效信息）</a:t>
            </a:r>
            <a:endParaRPr lang="en-US" altLang="zh-CN" sz="1800" dirty="0" smtClean="0"/>
          </a:p>
          <a:p>
            <a:pPr marL="386860" indent="-386860">
              <a:lnSpc>
                <a:spcPct val="150000"/>
              </a:lnSpc>
              <a:buFont typeface="Arial" pitchFamily="34" charset="0"/>
              <a:buChar char="•"/>
            </a:pPr>
            <a:endParaRPr lang="zh-CN" altLang="en-US" sz="1800" dirty="0" smtClean="0"/>
          </a:p>
        </p:txBody>
      </p:sp>
      <p:sp>
        <p:nvSpPr>
          <p:cNvPr id="5" name="矩形 4"/>
          <p:cNvSpPr/>
          <p:nvPr/>
        </p:nvSpPr>
        <p:spPr>
          <a:xfrm>
            <a:off x="500034" y="147618"/>
            <a:ext cx="4136069" cy="461665"/>
          </a:xfrm>
          <a:prstGeom prst="rect">
            <a:avLst/>
          </a:prstGeom>
        </p:spPr>
        <p:txBody>
          <a:bodyPr wrap="none">
            <a:spAutoFit/>
          </a:bodyPr>
          <a:lstStyle/>
          <a:p>
            <a:r>
              <a:rPr lang="en-US" altLang="zh-CN" sz="2400" b="1" dirty="0" smtClean="0">
                <a:solidFill>
                  <a:schemeClr val="bg1"/>
                </a:solidFill>
              </a:rPr>
              <a:t>2.11</a:t>
            </a:r>
            <a:r>
              <a:rPr lang="zh-CN" altLang="en-US" sz="2400" b="1" dirty="0" smtClean="0">
                <a:solidFill>
                  <a:schemeClr val="bg1"/>
                </a:solidFill>
              </a:rPr>
              <a:t>审核的方法和技巧（四）</a:t>
            </a:r>
            <a:endParaRPr lang="zh-CN" altLang="en-US" sz="2400" dirty="0"/>
          </a:p>
        </p:txBody>
      </p:sp>
    </p:spTree>
  </p:cSld>
  <p:clrMapOvr>
    <a:masterClrMapping/>
  </p:clrMapOvr>
  <p:transition advClick="0"/>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357158" y="0"/>
            <a:ext cx="3429023" cy="579438"/>
          </a:xfrm>
        </p:spPr>
        <p:txBody>
          <a:bodyPr>
            <a:normAutofit/>
          </a:bodyPr>
          <a:lstStyle/>
          <a:p>
            <a:pPr algn="l"/>
            <a:r>
              <a:rPr lang="en-US" altLang="zh-CN" sz="2400" b="1" dirty="0" smtClean="0">
                <a:solidFill>
                  <a:schemeClr val="bg1"/>
                </a:solidFill>
              </a:rPr>
              <a:t>2.12 </a:t>
            </a:r>
            <a:r>
              <a:rPr lang="zh-CN" altLang="en-US" sz="2400" b="1" dirty="0" smtClean="0">
                <a:solidFill>
                  <a:schemeClr val="bg1"/>
                </a:solidFill>
              </a:rPr>
              <a:t>审核过程控制（一）</a:t>
            </a:r>
            <a:endParaRPr lang="zh-CN" altLang="en-US" sz="2400" b="1" dirty="0">
              <a:solidFill>
                <a:schemeClr val="bg1"/>
              </a:solidFill>
            </a:endParaRPr>
          </a:p>
        </p:txBody>
      </p:sp>
      <p:sp>
        <p:nvSpPr>
          <p:cNvPr id="3" name="Rectangle 3"/>
          <p:cNvSpPr txBox="1">
            <a:spLocks noChangeArrowheads="1"/>
          </p:cNvSpPr>
          <p:nvPr/>
        </p:nvSpPr>
        <p:spPr>
          <a:xfrm>
            <a:off x="285720" y="719122"/>
            <a:ext cx="8501122" cy="428628"/>
          </a:xfrm>
          <a:prstGeom prst="rect">
            <a:avLst/>
          </a:prstGeom>
        </p:spPr>
        <p:txBody>
          <a:bodyPr vert="horz" lIns="103163" tIns="51581" rIns="103163" bIns="51581" rtlCol="0">
            <a:normAutofit/>
          </a:bodyPr>
          <a:lstStyle/>
          <a:p>
            <a:pPr marL="386860" lvl="0" indent="-386860">
              <a:spcBef>
                <a:spcPct val="20000"/>
              </a:spcBef>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控制的主要内容：</a:t>
            </a:r>
            <a:r>
              <a:rPr lang="zh-CN" altLang="en-US" dirty="0" smtClean="0"/>
              <a:t>审核计划、审核活动、审核发现、审核员</a:t>
            </a:r>
          </a:p>
          <a:p>
            <a:pPr marL="386860" lvl="0" indent="-386860">
              <a:spcBef>
                <a:spcPct val="20000"/>
              </a:spcBef>
            </a:pPr>
            <a:endParaRPr lang="zh-CN" altLang="en-US" dirty="0" smtClean="0"/>
          </a:p>
          <a:p>
            <a:pPr marL="386860" indent="-386860">
              <a:spcBef>
                <a:spcPct val="20000"/>
              </a:spcBef>
            </a:pPr>
            <a:endParaRPr lang="zh-CN" altLang="en-US" dirty="0" smtClean="0"/>
          </a:p>
          <a:p>
            <a:pPr marL="386860" marR="0" lvl="0" indent="-386860" algn="l" defTabSz="1031626" rtl="0" eaLnBrk="1" fontAlgn="auto" latinLnBrk="0" hangingPunct="1">
              <a:lnSpc>
                <a:spcPct val="100000"/>
              </a:lnSpc>
              <a:spcBef>
                <a:spcPct val="20000"/>
              </a:spcBef>
              <a:spcAft>
                <a:spcPts val="0"/>
              </a:spcAft>
              <a:buClrTx/>
              <a:buSzTx/>
              <a:buFontTx/>
              <a:buNone/>
              <a:tabLst/>
              <a:defRPr/>
            </a:pPr>
            <a:endParaRPr kumimoji="0" lang="zh-CN" altLang="en-US"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 name="Rectangle 3"/>
          <p:cNvSpPr txBox="1">
            <a:spLocks noChangeArrowheads="1"/>
          </p:cNvSpPr>
          <p:nvPr/>
        </p:nvSpPr>
        <p:spPr>
          <a:xfrm>
            <a:off x="357158" y="1290626"/>
            <a:ext cx="4000528" cy="4143404"/>
          </a:xfrm>
          <a:prstGeom prst="rect">
            <a:avLst/>
          </a:prstGeom>
          <a:ln>
            <a:solidFill>
              <a:schemeClr val="tx1"/>
            </a:solidFill>
          </a:ln>
        </p:spPr>
        <p:txBody>
          <a:bodyPr vert="horz" lIns="103163" tIns="51581" rIns="103163" bIns="51581" rtlCol="0">
            <a:normAutofit/>
          </a:bodyPr>
          <a:lstStyle/>
          <a:p>
            <a:pPr marL="386860" marR="0" lvl="0" indent="-386860" algn="l" defTabSz="1031626" rtl="0" eaLnBrk="1" fontAlgn="auto" latinLnBrk="0" hangingPunct="1">
              <a:lnSpc>
                <a:spcPct val="150000"/>
              </a:lnSpc>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审核计划的控制：</a:t>
            </a:r>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对已经确定的审核范围现场审核中不能随意改变</a:t>
            </a:r>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原则上按照已经确认的计划执行</a:t>
            </a:r>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受审核方有特殊情况可要求局部调整计划</a:t>
            </a:r>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审核中发现问题时可局部调整计划</a:t>
            </a:r>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r>
              <a:rPr kumimoji="0" lang="zh-CN" altLang="en-US" sz="1500" b="0" i="0" u="none" strike="noStrike" kern="1200" cap="none" spc="0" normalizeH="0" baseline="0" noProof="0" dirty="0" smtClean="0">
                <a:ln>
                  <a:noFill/>
                </a:ln>
                <a:solidFill>
                  <a:schemeClr val="tx1"/>
                </a:solidFill>
                <a:effectLst/>
                <a:uLnTx/>
                <a:uFillTx/>
                <a:latin typeface="+mn-lt"/>
                <a:ea typeface="+mn-ea"/>
                <a:cs typeface="+mn-cs"/>
              </a:rPr>
              <a:t>发现严重或系统问题时可以终止实施审核计划，但受审核要求时可继续审核。</a:t>
            </a:r>
            <a:endParaRPr kumimoji="0" lang="en-US" altLang="zh-CN" sz="1500" b="0" i="0" u="none" strike="noStrike" kern="1200" cap="none" spc="0" normalizeH="0" baseline="0" noProof="0" dirty="0" smtClean="0">
              <a:ln>
                <a:noFill/>
              </a:ln>
              <a:solidFill>
                <a:schemeClr val="tx1"/>
              </a:solidFill>
              <a:effectLst/>
              <a:uLnTx/>
              <a:uFillTx/>
              <a:latin typeface="+mn-lt"/>
              <a:ea typeface="+mn-ea"/>
              <a:cs typeface="+mn-cs"/>
            </a:endParaRPr>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endParaRPr lang="en-US" altLang="zh-CN" sz="1800" dirty="0" smtClean="0"/>
          </a:p>
          <a:p>
            <a:pPr marL="386860" marR="0" lvl="0" indent="-386860" algn="l" defTabSz="1031626" rtl="0" eaLnBrk="1" fontAlgn="auto" latinLnBrk="0" hangingPunct="1">
              <a:lnSpc>
                <a:spcPct val="170000"/>
              </a:lnSpc>
              <a:spcBef>
                <a:spcPct val="20000"/>
              </a:spcBef>
              <a:spcAft>
                <a:spcPts val="0"/>
              </a:spcAft>
              <a:buClrTx/>
              <a:buSzTx/>
              <a:buFont typeface="Arial" pitchFamily="34" charset="0"/>
              <a:buChar char="•"/>
              <a:tabLst/>
              <a:defRPr/>
            </a:pP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3"/>
          <p:cNvSpPr txBox="1">
            <a:spLocks noChangeArrowheads="1"/>
          </p:cNvSpPr>
          <p:nvPr/>
        </p:nvSpPr>
        <p:spPr>
          <a:xfrm>
            <a:off x="4357686" y="1290626"/>
            <a:ext cx="4071966" cy="4143404"/>
          </a:xfrm>
          <a:prstGeom prst="rect">
            <a:avLst/>
          </a:prstGeom>
          <a:ln>
            <a:solidFill>
              <a:schemeClr val="tx1"/>
            </a:solidFill>
          </a:ln>
        </p:spPr>
        <p:txBody>
          <a:bodyPr vert="horz" lIns="103163" tIns="51581" rIns="103163" bIns="51581" rtlCol="0">
            <a:noAutofit/>
          </a:bodyPr>
          <a:lstStyle/>
          <a:p>
            <a:pPr marL="386860" marR="0" lvl="0" indent="-386860" algn="l" defTabSz="1031626" rtl="0" eaLnBrk="1" fontAlgn="auto" latinLnBrk="0" hangingPunct="1">
              <a:lnSpc>
                <a:spcPct val="150000"/>
              </a:lnSpc>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审核活动的控制：</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样本策划合理： 随机抽样保证科学、客观、公证性、代表性：</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、分层</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、适度均衡</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smtClean="0">
                <a:ln>
                  <a:noFill/>
                </a:ln>
                <a:solidFill>
                  <a:schemeClr val="tx1"/>
                </a:solidFill>
                <a:effectLst/>
                <a:uLnTx/>
                <a:uFillTx/>
                <a:latin typeface="+mn-lt"/>
                <a:ea typeface="+mn-ea"/>
                <a:cs typeface="+mn-cs"/>
              </a:rPr>
              <a:t>3</a:t>
            </a: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、一定的数量</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400" b="0" i="0" u="none" strike="noStrike" kern="1200" cap="none" spc="0" normalizeH="0" baseline="0" noProof="0" dirty="0" smtClean="0">
                <a:ln>
                  <a:noFill/>
                </a:ln>
                <a:solidFill>
                  <a:schemeClr val="tx1"/>
                </a:solidFill>
                <a:effectLst/>
                <a:uLnTx/>
                <a:uFillTx/>
                <a:latin typeface="+mn-lt"/>
                <a:ea typeface="+mn-ea"/>
                <a:cs typeface="+mn-cs"/>
              </a:rPr>
              <a:t>4</a:t>
            </a: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、独立取样</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辩识关键过程</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评定主要因素</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重视运行结果</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400" b="0" i="0" u="none" strike="noStrike" kern="1200" cap="none" spc="0" normalizeH="0" baseline="0" noProof="0" dirty="0" smtClean="0">
                <a:ln>
                  <a:noFill/>
                </a:ln>
                <a:solidFill>
                  <a:schemeClr val="tx1"/>
                </a:solidFill>
                <a:effectLst/>
                <a:uLnTx/>
                <a:uFillTx/>
                <a:latin typeface="+mn-lt"/>
                <a:ea typeface="+mn-ea"/>
                <a:cs typeface="+mn-cs"/>
              </a:rPr>
              <a:t>良好的审核气氛</a:t>
            </a:r>
            <a:endParaRPr kumimoji="0" lang="zh-CN" altLang="en-US" sz="1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714348" y="709613"/>
            <a:ext cx="7631139" cy="4510103"/>
          </a:xfrm>
          <a:prstGeom prst="rect">
            <a:avLst/>
          </a:prstGeom>
        </p:spPr>
        <p:txBody>
          <a:bodyPr vert="horz" lIns="103163" tIns="51581" rIns="103163" bIns="51581" rtlCol="0">
            <a:normAutofit fontScale="92500" lnSpcReduction="10000"/>
          </a:bodyPr>
          <a:lstStyle/>
          <a:p>
            <a:pPr marL="386860" marR="0" lvl="0" indent="-386860" algn="l" defTabSz="1031626" rtl="0" eaLnBrk="1" fontAlgn="auto" latinLnBrk="0" hangingPunct="1">
              <a:lnSpc>
                <a:spcPct val="100000"/>
              </a:lnSpc>
              <a:spcBef>
                <a:spcPts val="6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审核发现的控制：</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以可追溯的客观事实为基础</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不合格事实要得到受审核方确认</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审核组内部充分讨论，尽可能统一意见</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任何道听途说不能作为审核的依据，如果感到有合理的内容，审核员可以纳入查证结果作出结论</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必要时审核组还需与认证机构</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审核机构进行交流</a:t>
            </a:r>
          </a:p>
          <a:p>
            <a:pPr marL="386860" marR="0" lvl="0" indent="-386860" algn="l" defTabSz="1031626" rtl="0" eaLnBrk="1" fontAlgn="auto" latinLnBrk="0" hangingPunct="1">
              <a:lnSpc>
                <a:spcPct val="100000"/>
              </a:lnSpc>
              <a:spcBef>
                <a:spcPts val="6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审核员的控制：</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控制情绪         不急噪、不畏难、不受干扰</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遵守工作纪律和对受审核方的承诺</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内部交流和沟通，形成团结合作的集体</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Rectangle 2"/>
          <p:cNvSpPr>
            <a:spLocks noGrp="1" noChangeArrowheads="1"/>
          </p:cNvSpPr>
          <p:nvPr>
            <p:ph type="title"/>
          </p:nvPr>
        </p:nvSpPr>
        <p:spPr>
          <a:xfrm>
            <a:off x="571472" y="0"/>
            <a:ext cx="3143272" cy="579438"/>
          </a:xfrm>
        </p:spPr>
        <p:txBody>
          <a:bodyPr>
            <a:normAutofit fontScale="90000"/>
          </a:bodyPr>
          <a:lstStyle/>
          <a:p>
            <a:pPr algn="l"/>
            <a:r>
              <a:rPr lang="en-US" altLang="zh-CN" sz="2400" b="1" dirty="0" smtClean="0">
                <a:solidFill>
                  <a:schemeClr val="bg1"/>
                </a:solidFill>
              </a:rPr>
              <a:t>2.12 </a:t>
            </a:r>
            <a:r>
              <a:rPr lang="zh-CN" altLang="en-US" sz="2400" b="1" dirty="0" smtClean="0">
                <a:solidFill>
                  <a:schemeClr val="bg1"/>
                </a:solidFill>
              </a:rPr>
              <a:t>审核过程控制（二）</a:t>
            </a:r>
            <a:endParaRPr lang="zh-CN" altLang="en-US" sz="2400" b="1" dirty="0">
              <a:solidFill>
                <a:schemeClr val="bg1"/>
              </a:solidFill>
            </a:endParaRPr>
          </a:p>
        </p:txBody>
      </p:sp>
    </p:spTree>
  </p:cSld>
  <p:clrMapOvr>
    <a:masterClrMapping/>
  </p:clrMapOvr>
  <p:transition advClick="0"/>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285721" y="0"/>
            <a:ext cx="8072494" cy="579438"/>
          </a:xfrm>
        </p:spPr>
        <p:txBody>
          <a:bodyPr>
            <a:normAutofit/>
          </a:bodyPr>
          <a:lstStyle/>
          <a:p>
            <a:pPr algn="l"/>
            <a:r>
              <a:rPr lang="en-US" altLang="zh-CN" sz="2400" b="1" dirty="0" smtClean="0">
                <a:solidFill>
                  <a:schemeClr val="bg1"/>
                </a:solidFill>
                <a:latin typeface="+mn-lt"/>
                <a:ea typeface="+mn-ea"/>
                <a:cs typeface="+mn-cs"/>
              </a:rPr>
              <a:t>2.13 </a:t>
            </a:r>
            <a:r>
              <a:rPr lang="zh-CN" altLang="en-US" sz="2400" b="1" dirty="0" smtClean="0">
                <a:solidFill>
                  <a:schemeClr val="bg1"/>
                </a:solidFill>
                <a:latin typeface="+mn-lt"/>
                <a:ea typeface="+mn-ea"/>
                <a:cs typeface="+mn-cs"/>
              </a:rPr>
              <a:t>不合格</a:t>
            </a:r>
            <a:r>
              <a:rPr lang="zh-CN" altLang="en-US" sz="2400" b="1" dirty="0">
                <a:solidFill>
                  <a:schemeClr val="bg1"/>
                </a:solidFill>
                <a:latin typeface="+mn-lt"/>
                <a:ea typeface="+mn-ea"/>
                <a:cs typeface="+mn-cs"/>
              </a:rPr>
              <a:t>项和不合格</a:t>
            </a:r>
            <a:r>
              <a:rPr lang="zh-CN" altLang="en-US" sz="2400" b="1" dirty="0" smtClean="0">
                <a:solidFill>
                  <a:schemeClr val="bg1"/>
                </a:solidFill>
                <a:latin typeface="+mn-lt"/>
                <a:ea typeface="+mn-ea"/>
                <a:cs typeface="+mn-cs"/>
              </a:rPr>
              <a:t>报告（一）</a:t>
            </a:r>
            <a:endParaRPr lang="zh-CN" altLang="en-US" sz="2400" b="1" dirty="0">
              <a:solidFill>
                <a:schemeClr val="bg1"/>
              </a:solidFill>
              <a:latin typeface="+mn-lt"/>
              <a:ea typeface="+mn-ea"/>
              <a:cs typeface="+mn-cs"/>
            </a:endParaRPr>
          </a:p>
        </p:txBody>
      </p:sp>
      <p:sp>
        <p:nvSpPr>
          <p:cNvPr id="3" name="Rectangle 3"/>
          <p:cNvSpPr txBox="1">
            <a:spLocks noChangeArrowheads="1"/>
          </p:cNvSpPr>
          <p:nvPr/>
        </p:nvSpPr>
        <p:spPr>
          <a:xfrm>
            <a:off x="285720" y="719122"/>
            <a:ext cx="4143404" cy="4572032"/>
          </a:xfrm>
          <a:prstGeom prst="rect">
            <a:avLst/>
          </a:prstGeom>
          <a:ln>
            <a:solidFill>
              <a:schemeClr val="tx1"/>
            </a:solidFill>
          </a:ln>
        </p:spPr>
        <p:txBody>
          <a:bodyPr vert="horz" lIns="103163" tIns="51581" rIns="103163" bIns="51581" rtlCol="0">
            <a:normAutofit/>
          </a:bodyPr>
          <a:lstStyle/>
          <a:p>
            <a:pPr marL="386860" marR="0" lvl="0" indent="-386860" algn="l" defTabSz="1031626" rtl="0" eaLnBrk="1" fontAlgn="auto" latinLnBrk="0" hangingPunct="1">
              <a:lnSpc>
                <a:spcPts val="2400"/>
              </a:lnSpc>
              <a:spcBef>
                <a:spcPct val="20000"/>
              </a:spcBef>
              <a:spcAft>
                <a:spcPts val="0"/>
              </a:spcAft>
              <a:buClrTx/>
              <a:buSzTx/>
              <a:buFont typeface="Arial" pitchFamily="34" charset="0"/>
              <a:buChar char="•"/>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不合格：</a:t>
            </a:r>
          </a:p>
          <a:p>
            <a:pPr marL="386860" marR="0" lvl="0" indent="-386860" algn="l" defTabSz="1031626" rtl="0" eaLnBrk="1" fontAlgn="auto" latinLnBrk="0" hangingPunct="1">
              <a:lnSpc>
                <a:spcPts val="2400"/>
              </a:lnSpc>
              <a:spcBef>
                <a:spcPct val="20000"/>
              </a:spcBef>
              <a:spcAft>
                <a:spcPts val="0"/>
              </a:spcAft>
              <a:buClrTx/>
              <a:buSzTx/>
              <a:buFontTx/>
              <a:buNone/>
              <a:tabLst/>
              <a:defRPr/>
            </a:pPr>
            <a:r>
              <a:rPr kumimoji="0" lang="zh-CN" altLang="en-US" sz="1600" b="1"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未满足要求</a:t>
            </a:r>
            <a:endParaRPr kumimoji="0" lang="en-US" altLang="zh-CN" sz="1600" b="0" i="0" u="none" strike="noStrike" kern="1200" cap="none" spc="0" normalizeH="0" baseline="0" noProof="0" dirty="0" smtClean="0">
              <a:ln>
                <a:noFill/>
              </a:ln>
              <a:solidFill>
                <a:schemeClr val="tx1"/>
              </a:solidFill>
              <a:effectLst/>
              <a:uLnTx/>
              <a:uFillTx/>
              <a:latin typeface="+mn-lt"/>
              <a:ea typeface="+mn-ea"/>
              <a:cs typeface="+mn-cs"/>
            </a:endParaRPr>
          </a:p>
          <a:p>
            <a:pPr marL="386860" indent="-386860">
              <a:lnSpc>
                <a:spcPts val="2400"/>
              </a:lnSpc>
              <a:spcBef>
                <a:spcPct val="20000"/>
              </a:spcBef>
              <a:buFont typeface="Arial" pitchFamily="34" charset="0"/>
              <a:buChar char="•"/>
            </a:pPr>
            <a:r>
              <a:rPr lang="zh-CN" altLang="en-US" sz="1800" b="1" dirty="0" smtClean="0"/>
              <a:t>要求</a:t>
            </a:r>
          </a:p>
          <a:p>
            <a:pPr>
              <a:lnSpc>
                <a:spcPts val="2400"/>
              </a:lnSpc>
              <a:buFontTx/>
              <a:buNone/>
            </a:pPr>
            <a:r>
              <a:rPr lang="zh-CN" altLang="en-US" sz="1800" b="1" dirty="0" smtClean="0"/>
              <a:t>        </a:t>
            </a:r>
            <a:r>
              <a:rPr lang="zh-CN" altLang="en-US" sz="1600" dirty="0" smtClean="0"/>
              <a:t>明示的、通常隐含的或必须履行的需求或期望</a:t>
            </a:r>
          </a:p>
          <a:p>
            <a:pPr>
              <a:lnSpc>
                <a:spcPts val="2400"/>
              </a:lnSpc>
              <a:buFontTx/>
              <a:buNone/>
            </a:pPr>
            <a:r>
              <a:rPr lang="zh-CN" altLang="en-US" sz="1600" dirty="0" smtClean="0"/>
              <a:t>        明示的要求（规定的要求）</a:t>
            </a:r>
          </a:p>
          <a:p>
            <a:pPr>
              <a:lnSpc>
                <a:spcPts val="2400"/>
              </a:lnSpc>
              <a:buFontTx/>
              <a:buNone/>
            </a:pPr>
            <a:r>
              <a:rPr lang="zh-CN" altLang="en-US" sz="1600" dirty="0" smtClean="0"/>
              <a:t>         </a:t>
            </a:r>
            <a:r>
              <a:rPr lang="en-US" altLang="zh-CN" sz="1600" dirty="0" smtClean="0"/>
              <a:t>1</a:t>
            </a:r>
            <a:r>
              <a:rPr lang="zh-CN" altLang="en-US" sz="1600" dirty="0" smtClean="0"/>
              <a:t>、合同条款、法律法规</a:t>
            </a:r>
          </a:p>
          <a:p>
            <a:pPr>
              <a:lnSpc>
                <a:spcPts val="2400"/>
              </a:lnSpc>
              <a:buFontTx/>
              <a:buNone/>
            </a:pPr>
            <a:r>
              <a:rPr lang="zh-CN" altLang="en-US" sz="1600" dirty="0" smtClean="0"/>
              <a:t>         </a:t>
            </a:r>
            <a:r>
              <a:rPr lang="en-US" altLang="zh-CN" sz="1600" dirty="0" smtClean="0"/>
              <a:t>2</a:t>
            </a:r>
            <a:r>
              <a:rPr lang="zh-CN" altLang="en-US" sz="1600" dirty="0" smtClean="0"/>
              <a:t>、质量标准（体系、产品）</a:t>
            </a:r>
          </a:p>
          <a:p>
            <a:pPr>
              <a:lnSpc>
                <a:spcPts val="2400"/>
              </a:lnSpc>
              <a:buFontTx/>
              <a:buNone/>
            </a:pPr>
            <a:r>
              <a:rPr lang="zh-CN" altLang="en-US" sz="1600" dirty="0" smtClean="0"/>
              <a:t>         </a:t>
            </a:r>
            <a:r>
              <a:rPr lang="en-US" altLang="zh-CN" sz="1600" dirty="0" smtClean="0"/>
              <a:t>3</a:t>
            </a:r>
            <a:r>
              <a:rPr lang="zh-CN" altLang="en-US" sz="1600" dirty="0" smtClean="0"/>
              <a:t>、质量管理体系文件</a:t>
            </a:r>
          </a:p>
          <a:p>
            <a:pPr>
              <a:lnSpc>
                <a:spcPts val="2400"/>
              </a:lnSpc>
              <a:buFontTx/>
              <a:buNone/>
            </a:pPr>
            <a:r>
              <a:rPr lang="zh-CN" altLang="en-US" sz="1600" dirty="0" smtClean="0"/>
              <a:t>         隐含的要求</a:t>
            </a:r>
          </a:p>
          <a:p>
            <a:pPr>
              <a:lnSpc>
                <a:spcPts val="2400"/>
              </a:lnSpc>
              <a:buFontTx/>
              <a:buNone/>
            </a:pPr>
            <a:r>
              <a:rPr lang="zh-CN" altLang="en-US" sz="1600" dirty="0" smtClean="0"/>
              <a:t>         </a:t>
            </a:r>
            <a:r>
              <a:rPr lang="en-US" altLang="zh-CN" sz="1600" dirty="0" smtClean="0"/>
              <a:t>1</a:t>
            </a:r>
            <a:r>
              <a:rPr lang="zh-CN" altLang="en-US" sz="1600" dirty="0" smtClean="0"/>
              <a:t>、组织、顾客和其他相关方的惯例或一般做法</a:t>
            </a:r>
          </a:p>
          <a:p>
            <a:pPr>
              <a:lnSpc>
                <a:spcPts val="2400"/>
              </a:lnSpc>
              <a:buFontTx/>
              <a:buNone/>
            </a:pPr>
            <a:r>
              <a:rPr lang="zh-CN" altLang="en-US" sz="1600" dirty="0" smtClean="0"/>
              <a:t>         </a:t>
            </a:r>
            <a:r>
              <a:rPr lang="en-US" altLang="zh-CN" sz="1600" dirty="0" smtClean="0"/>
              <a:t>2</a:t>
            </a:r>
            <a:r>
              <a:rPr lang="zh-CN" altLang="en-US" sz="1600" dirty="0" smtClean="0"/>
              <a:t>、不言而喻的</a:t>
            </a:r>
            <a:endParaRPr lang="zh-CN" altLang="en-US" sz="1800" dirty="0" smtClean="0"/>
          </a:p>
          <a:p>
            <a:pPr marL="386860" marR="0" lvl="0" indent="-386860" algn="l" defTabSz="1031626" rtl="0" eaLnBrk="1" fontAlgn="auto" latinLnBrk="0" hangingPunct="1">
              <a:lnSpc>
                <a:spcPct val="100000"/>
              </a:lnSpc>
              <a:spcBef>
                <a:spcPct val="20000"/>
              </a:spcBef>
              <a:spcAft>
                <a:spcPts val="0"/>
              </a:spcAft>
              <a:buClrTx/>
              <a:buSzTx/>
              <a:buFontTx/>
              <a:buNone/>
              <a:tabLst/>
              <a:defRPr/>
            </a:pPr>
            <a:endParaRPr kumimoji="0" lang="en-US" altLang="zh-CN" sz="1800" b="0" i="0" u="none" strike="noStrike" kern="1200" cap="none" spc="0" normalizeH="0" baseline="0" noProof="0" dirty="0" smtClean="0">
              <a:ln>
                <a:noFill/>
              </a:ln>
              <a:solidFill>
                <a:schemeClr val="tx1"/>
              </a:solidFill>
              <a:effectLst/>
              <a:uLnTx/>
              <a:uFillTx/>
              <a:latin typeface="+mn-lt"/>
              <a:ea typeface="+mn-ea"/>
              <a:cs typeface="+mn-cs"/>
            </a:endParaRPr>
          </a:p>
          <a:p>
            <a:pPr>
              <a:lnSpc>
                <a:spcPct val="90000"/>
              </a:lnSpc>
              <a:buFontTx/>
              <a:buNone/>
            </a:pPr>
            <a:endParaRPr lang="zh-CN" altLang="en-US" sz="1800" dirty="0" smtClean="0"/>
          </a:p>
          <a:p>
            <a:pPr marL="386860" marR="0" lvl="0" indent="-386860" algn="l" defTabSz="1031626" rtl="0" eaLnBrk="1" fontAlgn="auto" latinLnBrk="0" hangingPunct="1">
              <a:lnSpc>
                <a:spcPct val="100000"/>
              </a:lnSpc>
              <a:spcBef>
                <a:spcPct val="20000"/>
              </a:spcBef>
              <a:spcAft>
                <a:spcPts val="0"/>
              </a:spcAft>
              <a:buClrTx/>
              <a:buSzTx/>
              <a:buFontTx/>
              <a:buNone/>
              <a:tabLst/>
              <a:defRPr/>
            </a:pPr>
            <a:endParaRPr kumimoji="0" lang="zh-CN" altLang="en-US"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 name="Rectangle 3"/>
          <p:cNvSpPr txBox="1">
            <a:spLocks noChangeArrowheads="1"/>
          </p:cNvSpPr>
          <p:nvPr/>
        </p:nvSpPr>
        <p:spPr>
          <a:xfrm>
            <a:off x="4429124" y="719122"/>
            <a:ext cx="4500594" cy="4572032"/>
          </a:xfrm>
          <a:prstGeom prst="rect">
            <a:avLst/>
          </a:prstGeom>
          <a:ln>
            <a:solidFill>
              <a:schemeClr val="tx1"/>
            </a:solidFill>
          </a:ln>
        </p:spPr>
        <p:txBody>
          <a:bodyPr vert="horz" lIns="103163" tIns="51581" rIns="103163" bIns="51581" rtlCol="0">
            <a:normAutofit/>
          </a:bodyPr>
          <a:lstStyle/>
          <a:p>
            <a:pPr marL="386860" marR="0" lvl="0" indent="-386860" fontAlgn="auto">
              <a:lnSpc>
                <a:spcPts val="2400"/>
              </a:lnSpc>
              <a:spcBef>
                <a:spcPct val="20000"/>
              </a:spcBef>
              <a:spcAft>
                <a:spcPts val="0"/>
              </a:spcAft>
              <a:buClrTx/>
              <a:buSzTx/>
              <a:buFont typeface="Arial" pitchFamily="34" charset="0"/>
              <a:buChar char="•"/>
              <a:tabLst/>
              <a:defRPr/>
            </a:pPr>
            <a:r>
              <a:rPr lang="zh-CN" altLang="en-US" sz="1800" b="1" dirty="0" smtClean="0"/>
              <a:t>不合格项：</a:t>
            </a:r>
          </a:p>
          <a:p>
            <a:pPr marL="386860" marR="0" lvl="0" indent="-386860" algn="l" defTabSz="1031626" rtl="0" eaLnBrk="1" fontAlgn="auto" latinLnBrk="0" hangingPunct="1">
              <a:lnSpc>
                <a:spcPts val="24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以下任何一种情况都将构成不合格项：</a:t>
            </a:r>
          </a:p>
          <a:p>
            <a:pPr marL="386860" marR="0" lvl="0" indent="-386860" algn="l" defTabSz="1031626" rtl="0" eaLnBrk="1" fontAlgn="auto" latinLnBrk="0" hangingPunct="1">
              <a:lnSpc>
                <a:spcPts val="2400"/>
              </a:lnSpc>
              <a:spcBef>
                <a:spcPct val="20000"/>
              </a:spcBef>
              <a:spcAft>
                <a:spcPts val="0"/>
              </a:spcAft>
              <a:buClrTx/>
              <a:buSzTx/>
              <a:buFont typeface="Wingdings" pitchFamily="2" charset="2"/>
              <a:buChar char="Ø"/>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质量管理体系文件遵照标准的要求</a:t>
            </a:r>
          </a:p>
          <a:p>
            <a:pPr marL="386860" marR="0" lvl="0" indent="-386860" algn="l" defTabSz="1031626" rtl="0" eaLnBrk="1" fontAlgn="auto" latinLnBrk="0" hangingPunct="1">
              <a:lnSpc>
                <a:spcPts val="24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文件规定不符合</a:t>
            </a:r>
            <a:r>
              <a:rPr kumimoji="0" lang="zh-CN" altLang="en-US" sz="16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标准</a:t>
            </a:r>
            <a:r>
              <a:rPr kumimoji="0" lang="zh-CN" altLang="en-US" sz="1600" b="0" i="0" u="none" strike="noStrike" kern="1200" cap="none" spc="0" normalizeH="0" baseline="0" noProof="0" dirty="0" smtClean="0">
                <a:ln>
                  <a:noFill/>
                </a:ln>
                <a:solidFill>
                  <a:schemeClr val="tx1"/>
                </a:solidFill>
                <a:effectLst/>
                <a:uLnTx/>
                <a:uFillTx/>
                <a:latin typeface="Times New Roman"/>
                <a:ea typeface="+mn-ea"/>
                <a:cs typeface="+mn-cs"/>
              </a:rPr>
              <a:t>”</a:t>
            </a:r>
            <a:endParaRPr kumimoji="0" lang="zh-CN" altLang="en-US" sz="1600" b="0" i="0" u="none" strike="noStrike" kern="1200" cap="none" spc="0" normalizeH="0" baseline="0" noProof="0" dirty="0" smtClean="0">
              <a:ln>
                <a:noFill/>
              </a:ln>
              <a:solidFill>
                <a:schemeClr val="tx1"/>
              </a:solidFill>
              <a:effectLst/>
              <a:uLnTx/>
              <a:uFillTx/>
              <a:latin typeface="+mn-lt"/>
              <a:ea typeface="+mn-ea"/>
              <a:cs typeface="+mn-cs"/>
            </a:endParaRPr>
          </a:p>
          <a:p>
            <a:pPr marL="386860" marR="0" lvl="0" indent="-386860" algn="l" defTabSz="1031626" rtl="0" eaLnBrk="1" fontAlgn="auto" latinLnBrk="0" hangingPunct="1">
              <a:lnSpc>
                <a:spcPts val="2400"/>
              </a:lnSpc>
              <a:spcBef>
                <a:spcPct val="20000"/>
              </a:spcBef>
              <a:spcAft>
                <a:spcPts val="0"/>
              </a:spcAft>
              <a:buClrTx/>
              <a:buSzTx/>
              <a:buFont typeface="Wingdings" pitchFamily="2" charset="2"/>
              <a:buChar char="Ø"/>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质量管理体系现状未按照质量管理体系执行</a:t>
            </a:r>
          </a:p>
          <a:p>
            <a:pPr marL="386860" marR="0" lvl="0" indent="-386860" algn="l" defTabSz="1031626" rtl="0" eaLnBrk="1" fontAlgn="auto" latinLnBrk="0" hangingPunct="1">
              <a:lnSpc>
                <a:spcPts val="24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实施不符合文件规定</a:t>
            </a:r>
          </a:p>
          <a:p>
            <a:pPr marL="386860" marR="0" lvl="0" indent="-386860" algn="l" defTabSz="1031626" rtl="0" eaLnBrk="1" fontAlgn="auto" latinLnBrk="0" hangingPunct="1">
              <a:lnSpc>
                <a:spcPts val="2400"/>
              </a:lnSpc>
              <a:spcBef>
                <a:spcPct val="20000"/>
              </a:spcBef>
              <a:spcAft>
                <a:spcPts val="0"/>
              </a:spcAft>
              <a:buClrTx/>
              <a:buSzTx/>
              <a:buFont typeface="Wingdings" pitchFamily="2" charset="2"/>
              <a:buChar char="Ø"/>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质量管理体系运行结果未达到预定的安排</a:t>
            </a:r>
          </a:p>
          <a:p>
            <a:pPr marL="386860" marR="0" lvl="0" indent="-386860" algn="l" defTabSz="1031626" rtl="0" eaLnBrk="1" fontAlgn="auto" latinLnBrk="0" hangingPunct="1">
              <a:lnSpc>
                <a:spcPts val="24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效果不符合目标</a:t>
            </a:r>
          </a:p>
          <a:p>
            <a:pPr marL="386860" marR="0" lvl="0" indent="-386860" algn="l" defTabSz="1031626" rtl="0" eaLnBrk="1" fontAlgn="auto" latinLnBrk="0" hangingPunct="1">
              <a:lnSpc>
                <a:spcPts val="24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注：</a:t>
            </a:r>
          </a:p>
          <a:p>
            <a:pPr lvl="0" indent="361950">
              <a:lnSpc>
                <a:spcPts val="2400"/>
              </a:lnSpc>
              <a:spcBef>
                <a:spcPct val="20000"/>
              </a:spcBef>
            </a:pPr>
            <a:r>
              <a:rPr lang="zh-CN" altLang="en-US" sz="1600" dirty="0" smtClean="0"/>
              <a:t>注意对过程的识别和过程的有效性；慎重对待没有形成文件或文件表述不详细，没有书面质量记录或记录内容不够具体的不合格事实；在完成全部审核后作出不合格判定。 </a:t>
            </a:r>
            <a:endParaRPr kumimoji="0" lang="zh-CN" altLang="en-US" sz="1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357158" y="719123"/>
            <a:ext cx="8643998" cy="4857784"/>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ts val="2400"/>
              </a:lnSpc>
              <a:spcAft>
                <a:spcPts val="0"/>
              </a:spcAft>
              <a:buClrTx/>
              <a:buSzTx/>
              <a:buFontTx/>
              <a:buNone/>
              <a:tabLst/>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不合格的严重程度（</a:t>
            </a:r>
            <a:r>
              <a:rPr kumimoji="0" lang="en-US" altLang="zh-CN" sz="2400" b="1" i="0" u="none" strike="noStrike" kern="1200" cap="none" spc="0" normalizeH="0" baseline="0" noProof="0" dirty="0" smtClean="0">
                <a:ln>
                  <a:noFill/>
                </a:ln>
                <a:solidFill>
                  <a:schemeClr val="tx1"/>
                </a:solidFill>
                <a:effectLst/>
                <a:uLnTx/>
                <a:uFillTx/>
                <a:latin typeface="+mn-lt"/>
                <a:ea typeface="+mn-ea"/>
                <a:cs typeface="+mn-cs"/>
              </a:rPr>
              <a:t>ISO13485</a:t>
            </a: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a:t>
            </a:r>
          </a:p>
          <a:p>
            <a:pPr marL="386860" marR="0" lvl="0" indent="-386860" algn="l" defTabSz="1031626" rtl="0" eaLnBrk="1" fontAlgn="auto" latinLnBrk="0" hangingPunct="1">
              <a:lnSpc>
                <a:spcPts val="2400"/>
              </a:lnSpc>
              <a:spcBef>
                <a:spcPts val="600"/>
              </a:spcBef>
              <a:spcAft>
                <a:spcPts val="0"/>
              </a:spcAft>
              <a:buClrTx/>
              <a:buSzTx/>
              <a:buFontTx/>
              <a:buNone/>
              <a:tabLst/>
              <a:defRPr/>
            </a:pP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严重（主要）不合格：</a:t>
            </a:r>
          </a:p>
          <a:p>
            <a:pPr marL="386860" marR="0" lvl="0" indent="-386860" algn="l" defTabSz="1031626" rtl="0" eaLnBrk="1" fontAlgn="auto" latinLnBrk="0" hangingPunct="1">
              <a:lnSpc>
                <a:spcPct val="150000"/>
              </a:lnSpc>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出现下列情况之一，即构成严重不合格：</a:t>
            </a:r>
          </a:p>
          <a:p>
            <a:pPr marL="386860" marR="0" lvl="0" indent="-386860" algn="l" defTabSz="1031626" rtl="0" eaLnBrk="1" fontAlgn="auto" latinLnBrk="0" hangingPunct="1">
              <a:lnSpc>
                <a:spcPct val="150000"/>
              </a:lnSpc>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体系 运行出现系统性失效。如某一过程、某一关键活动的文件规定、实施和结果均有失效或重复出现的失效现象</a:t>
            </a:r>
          </a:p>
          <a:p>
            <a:pPr marL="386860" marR="0" lvl="0" indent="-386860" algn="l" defTabSz="1031626" rtl="0" eaLnBrk="1" fontAlgn="auto" latinLnBrk="0" hangingPunct="1">
              <a:lnSpc>
                <a:spcPct val="150000"/>
              </a:lnSpc>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体系运行出现区域性失效。如某一部门、场所的全面失效</a:t>
            </a:r>
          </a:p>
          <a:p>
            <a:pPr marL="386860" marR="0" lvl="0" indent="-386860" algn="l" defTabSz="1031626" rtl="0" eaLnBrk="1" fontAlgn="auto" latinLnBrk="0" hangingPunct="1">
              <a:lnSpc>
                <a:spcPct val="150000"/>
              </a:lnSpc>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影响产品或体系运行的后果严重的不合格现象</a:t>
            </a:r>
          </a:p>
          <a:p>
            <a:pPr marL="386860" marR="0" lvl="0" indent="-386860" algn="l" defTabSz="1031626" rtl="0" eaLnBrk="1" fontAlgn="auto" latinLnBrk="0" hangingPunct="1">
              <a:lnSpc>
                <a:spcPts val="2400"/>
              </a:lnSpc>
              <a:spcBef>
                <a:spcPts val="600"/>
              </a:spcBef>
              <a:spcAft>
                <a:spcPts val="0"/>
              </a:spcAft>
              <a:buClrTx/>
              <a:buSzTx/>
              <a:buFontTx/>
              <a:buNone/>
              <a:tabLst/>
              <a:defRPr/>
            </a:pP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一般（次要）不合格</a:t>
            </a:r>
          </a:p>
          <a:p>
            <a:pPr marL="386860" marR="0" lvl="0" indent="-386860" algn="l" defTabSz="1031626" rtl="0" eaLnBrk="1" fontAlgn="auto" latinLnBrk="0" hangingPunct="1">
              <a:lnSpc>
                <a:spcPct val="150000"/>
              </a:lnSpc>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出现下列情况之一，即构成一般不合格：</a:t>
            </a:r>
          </a:p>
          <a:p>
            <a:pPr marL="386860" marR="0" lvl="0" indent="-386860" algn="l" defTabSz="1031626" rtl="0" eaLnBrk="1" fontAlgn="auto" latinLnBrk="0" hangingPunct="1">
              <a:lnSpc>
                <a:spcPct val="150000"/>
              </a:lnSpc>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对满足质量管理体系要求或文件要求，但属于个别的、偶然的、孤立的失效事件</a:t>
            </a:r>
          </a:p>
          <a:p>
            <a:pPr marL="386860" marR="0" lvl="0" indent="-386860" algn="l" defTabSz="1031626" rtl="0" eaLnBrk="1" fontAlgn="auto" latinLnBrk="0" hangingPunct="1">
              <a:lnSpc>
                <a:spcPct val="150000"/>
              </a:lnSpc>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对确保所审区域的体系有效性而言，存在一般（次要）问题</a:t>
            </a:r>
          </a:p>
          <a:p>
            <a:pPr marL="386860" marR="0" lvl="0" indent="-386860" algn="l" defTabSz="1031626" rtl="0" eaLnBrk="1" fontAlgn="auto" latinLnBrk="0" hangingPunct="1">
              <a:lnSpc>
                <a:spcPts val="2400"/>
              </a:lnSpc>
              <a:spcBef>
                <a:spcPts val="600"/>
              </a:spcBef>
              <a:spcAft>
                <a:spcPts val="0"/>
              </a:spcAft>
              <a:buClrTx/>
              <a:buSzTx/>
              <a:buFontTx/>
              <a:buNone/>
              <a:tabLst/>
              <a:defRPr/>
            </a:pP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观察项：一般可指不符合隐含要求</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
        <p:nvSpPr>
          <p:cNvPr id="5" name="Rectangle 2"/>
          <p:cNvSpPr txBox="1">
            <a:spLocks noChangeArrowheads="1"/>
          </p:cNvSpPr>
          <p:nvPr/>
        </p:nvSpPr>
        <p:spPr>
          <a:xfrm>
            <a:off x="285721" y="0"/>
            <a:ext cx="8072494" cy="579438"/>
          </a:xfrm>
          <a:prstGeom prst="rect">
            <a:avLst/>
          </a:prstGeom>
        </p:spPr>
        <p:txBody>
          <a:bodyPr vert="horz" lIns="103163" tIns="51581" rIns="103163" bIns="51581" rtlCol="0" anchor="ctr">
            <a:normAutofit/>
          </a:bodyPr>
          <a:lstStyle/>
          <a:p>
            <a:pPr marL="0" marR="0" lvl="0" indent="0" algn="l" defTabSz="1031626" rtl="0" eaLnBrk="1" fontAlgn="auto" latinLnBrk="0" hangingPunct="1">
              <a:lnSpc>
                <a:spcPct val="100000"/>
              </a:lnSpc>
              <a:spcBef>
                <a:spcPct val="0"/>
              </a:spcBef>
              <a:spcAft>
                <a:spcPts val="0"/>
              </a:spcAft>
              <a:buClrTx/>
              <a:buSzTx/>
              <a:buFontTx/>
              <a:buNone/>
              <a:tabLst/>
              <a:defRPr/>
            </a:pPr>
            <a:r>
              <a:rPr kumimoji="0" lang="en-US" altLang="zh-CN" sz="2400" b="1" i="0" u="none" strike="noStrike" kern="1200" cap="none" spc="0" normalizeH="0" baseline="0" noProof="0" dirty="0" smtClean="0">
                <a:ln>
                  <a:noFill/>
                </a:ln>
                <a:solidFill>
                  <a:schemeClr val="bg1"/>
                </a:solidFill>
                <a:effectLst/>
                <a:uLnTx/>
                <a:uFillTx/>
                <a:latin typeface="+mn-lt"/>
                <a:ea typeface="+mn-ea"/>
                <a:cs typeface="+mn-cs"/>
              </a:rPr>
              <a:t>2.13 </a:t>
            </a:r>
            <a:r>
              <a:rPr kumimoji="0" lang="zh-CN" altLang="en-US" sz="2400" b="1" i="0" u="none" strike="noStrike" kern="1200" cap="none" spc="0" normalizeH="0" baseline="0" noProof="0" dirty="0" smtClean="0">
                <a:ln>
                  <a:noFill/>
                </a:ln>
                <a:solidFill>
                  <a:schemeClr val="bg1"/>
                </a:solidFill>
                <a:effectLst/>
                <a:uLnTx/>
                <a:uFillTx/>
                <a:latin typeface="+mn-lt"/>
                <a:ea typeface="+mn-ea"/>
                <a:cs typeface="+mn-cs"/>
              </a:rPr>
              <a:t>不合格项和不合格报告（二）</a:t>
            </a:r>
            <a:endParaRPr kumimoji="0" lang="zh-CN" altLang="en-US" sz="2400" b="1"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500034" y="719162"/>
            <a:ext cx="8416925" cy="4643430"/>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不合格报告</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不合格报告的内容</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不合格事实陈述，</a:t>
            </a:r>
            <a:r>
              <a:rPr kumimoji="0" lang="zh-CN" altLang="en-US" sz="1600" b="0" i="0" u="none" strike="noStrike" kern="1200" cap="none" spc="0" normalizeH="0" baseline="0" noProof="0" dirty="0" smtClean="0">
                <a:ln>
                  <a:noFill/>
                </a:ln>
                <a:solidFill>
                  <a:srgbClr val="FF0000"/>
                </a:solidFill>
                <a:effectLst/>
                <a:uLnTx/>
                <a:uFillTx/>
                <a:latin typeface="+mn-lt"/>
                <a:ea typeface="+mn-ea"/>
                <a:cs typeface="+mn-cs"/>
              </a:rPr>
              <a:t>陈述要求包括：</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、准确描述观察到的事实包括时间、地点、任务（用岗位  职务表示）、事件过程（内容）</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、简明概括，对统计数据要有分析归纳，但不遗漏</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3</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、描述事实，自然带出结论</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4</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、必须要有可重查性和可追溯性</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5</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、尽可能用行业或受审核方的术语（如航道的</a:t>
            </a:r>
            <a:r>
              <a:rPr kumimoji="0" lang="zh-CN" altLang="en-US" sz="16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浅点</a:t>
            </a:r>
            <a:r>
              <a:rPr kumimoji="0" lang="zh-CN" altLang="en-US" sz="16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等）</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不合格严重程度的判定</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审核依据（质量管理体系标准、体系文件条款等）</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审核员与受审核方确认（签字）</a:t>
            </a:r>
            <a:endParaRPr kumimoji="0" lang="zh-CN" altLang="en-US"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2"/>
          <p:cNvSpPr txBox="1">
            <a:spLocks noChangeArrowheads="1"/>
          </p:cNvSpPr>
          <p:nvPr/>
        </p:nvSpPr>
        <p:spPr>
          <a:xfrm>
            <a:off x="285721" y="0"/>
            <a:ext cx="8072494" cy="579438"/>
          </a:xfrm>
          <a:prstGeom prst="rect">
            <a:avLst/>
          </a:prstGeom>
        </p:spPr>
        <p:txBody>
          <a:bodyPr vert="horz" lIns="103163" tIns="51581" rIns="103163" bIns="51581" rtlCol="0" anchor="ctr">
            <a:normAutofit/>
          </a:bodyPr>
          <a:lstStyle/>
          <a:p>
            <a:pPr marL="0" marR="0" lvl="0" indent="0" algn="l" defTabSz="1031626" rtl="0" eaLnBrk="1" fontAlgn="auto" latinLnBrk="0" hangingPunct="1">
              <a:lnSpc>
                <a:spcPct val="100000"/>
              </a:lnSpc>
              <a:spcBef>
                <a:spcPct val="0"/>
              </a:spcBef>
              <a:spcAft>
                <a:spcPts val="0"/>
              </a:spcAft>
              <a:buClrTx/>
              <a:buSzTx/>
              <a:buFontTx/>
              <a:buNone/>
              <a:tabLst/>
              <a:defRPr/>
            </a:pPr>
            <a:r>
              <a:rPr kumimoji="0" lang="en-US" altLang="zh-CN" sz="2400" b="1" i="0" u="none" strike="noStrike" kern="1200" cap="none" spc="0" normalizeH="0" baseline="0" noProof="0" dirty="0" smtClean="0">
                <a:ln>
                  <a:noFill/>
                </a:ln>
                <a:solidFill>
                  <a:schemeClr val="bg1"/>
                </a:solidFill>
                <a:effectLst/>
                <a:uLnTx/>
                <a:uFillTx/>
                <a:latin typeface="+mn-lt"/>
                <a:ea typeface="+mn-ea"/>
                <a:cs typeface="+mn-cs"/>
              </a:rPr>
              <a:t>2.13 </a:t>
            </a:r>
            <a:r>
              <a:rPr kumimoji="0" lang="zh-CN" altLang="en-US" sz="2400" b="1" i="0" u="none" strike="noStrike" kern="1200" cap="none" spc="0" normalizeH="0" baseline="0" noProof="0" dirty="0" smtClean="0">
                <a:ln>
                  <a:noFill/>
                </a:ln>
                <a:solidFill>
                  <a:schemeClr val="bg1"/>
                </a:solidFill>
                <a:effectLst/>
                <a:uLnTx/>
                <a:uFillTx/>
                <a:latin typeface="+mn-lt"/>
                <a:ea typeface="+mn-ea"/>
                <a:cs typeface="+mn-cs"/>
              </a:rPr>
              <a:t>不合格项和不合格报告（三）</a:t>
            </a:r>
            <a:endParaRPr kumimoji="0" lang="zh-CN" altLang="en-US" sz="2400" b="1"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transition advClick="0"/>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表格 48"/>
          <p:cNvGraphicFramePr>
            <a:graphicFrameLocks noGrp="1"/>
          </p:cNvGraphicFramePr>
          <p:nvPr>
            <p:extLst>
              <p:ext uri="{D42A27DB-BD31-4B8C-83A1-F6EECF244321}">
                <p14:modId xmlns:p14="http://schemas.microsoft.com/office/powerpoint/2010/main" val="3439664359"/>
              </p:ext>
            </p:extLst>
          </p:nvPr>
        </p:nvGraphicFramePr>
        <p:xfrm>
          <a:off x="1142976" y="647684"/>
          <a:ext cx="6786610" cy="4852060"/>
        </p:xfrm>
        <a:graphic>
          <a:graphicData uri="http://schemas.openxmlformats.org/drawingml/2006/table">
            <a:tbl>
              <a:tblPr/>
              <a:tblGrid>
                <a:gridCol w="1960368"/>
                <a:gridCol w="1960368"/>
                <a:gridCol w="1432937"/>
                <a:gridCol w="1432937"/>
              </a:tblGrid>
              <a:tr h="144548">
                <a:tc rowSpan="2">
                  <a:txBody>
                    <a:bodyPr/>
                    <a:lstStyle/>
                    <a:p>
                      <a:pPr algn="ctr">
                        <a:spcAft>
                          <a:spcPts val="0"/>
                        </a:spcAft>
                      </a:pPr>
                      <a:r>
                        <a:rPr lang="zh-CN" sz="1200" kern="100" dirty="0">
                          <a:latin typeface="Times New Roman"/>
                          <a:ea typeface="宋体"/>
                        </a:rPr>
                        <a:t>受审核方及责任部门</a:t>
                      </a:r>
                    </a:p>
                  </a:txBody>
                  <a:tcPr marL="40289" marR="402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zh-CN" sz="1200" kern="100">
                          <a:latin typeface="Times New Roman"/>
                          <a:ea typeface="宋体"/>
                        </a:rPr>
                        <a:t>采购部</a:t>
                      </a:r>
                    </a:p>
                  </a:txBody>
                  <a:tcPr marL="40289" marR="402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000" kern="100" dirty="0">
                          <a:latin typeface="Times New Roman"/>
                          <a:ea typeface="宋体"/>
                        </a:rPr>
                        <a:t>报告编号</a:t>
                      </a:r>
                    </a:p>
                  </a:txBody>
                  <a:tcPr marL="40289" marR="402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000" kern="100">
                          <a:latin typeface="Times New Roman"/>
                          <a:ea typeface="宋体"/>
                        </a:rPr>
                        <a:t> </a:t>
                      </a:r>
                      <a:endParaRPr lang="zh-CN" sz="1000" kern="100">
                        <a:latin typeface="Times New Roman"/>
                        <a:ea typeface="宋体"/>
                      </a:endParaRPr>
                    </a:p>
                  </a:txBody>
                  <a:tcPr marL="40289" marR="402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5321">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1000" kern="100" dirty="0">
                          <a:latin typeface="Times New Roman"/>
                          <a:ea typeface="宋体"/>
                        </a:rPr>
                        <a:t>审核日期</a:t>
                      </a:r>
                    </a:p>
                  </a:txBody>
                  <a:tcPr marL="40289" marR="402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00" kern="100" dirty="0">
                        <a:latin typeface="Times New Roman"/>
                        <a:ea typeface="宋体"/>
                      </a:endParaRPr>
                    </a:p>
                  </a:txBody>
                  <a:tcPr marL="40289" marR="402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2406">
                <a:tc gridSpan="4">
                  <a:txBody>
                    <a:bodyPr/>
                    <a:lstStyle/>
                    <a:p>
                      <a:pPr algn="l">
                        <a:spcBef>
                          <a:spcPts val="600"/>
                        </a:spcBef>
                        <a:spcAft>
                          <a:spcPts val="0"/>
                        </a:spcAft>
                      </a:pPr>
                      <a:r>
                        <a:rPr lang="zh-CN" sz="1200" kern="100" dirty="0">
                          <a:latin typeface="Times New Roman"/>
                          <a:ea typeface="宋体"/>
                        </a:rPr>
                        <a:t>不符合事实：</a:t>
                      </a:r>
                      <a:r>
                        <a:rPr lang="en-US" sz="1200" kern="100" dirty="0">
                          <a:latin typeface="Times New Roman"/>
                          <a:ea typeface="宋体"/>
                        </a:rPr>
                        <a:t>                              </a:t>
                      </a:r>
                      <a:r>
                        <a:rPr lang="en-US" sz="1200" kern="100" dirty="0" smtClean="0">
                          <a:latin typeface="Times New Roman"/>
                          <a:ea typeface="宋体"/>
                        </a:rPr>
                        <a:t>                                           </a:t>
                      </a:r>
                      <a:r>
                        <a:rPr lang="zh-CN" altLang="en-US" sz="1200" kern="100" dirty="0" smtClean="0">
                          <a:latin typeface="Times New Roman"/>
                          <a:ea typeface="+mn-ea"/>
                        </a:rPr>
                        <a:t>□</a:t>
                      </a:r>
                      <a:r>
                        <a:rPr lang="en-US" sz="1200" kern="100" dirty="0" smtClean="0">
                          <a:latin typeface="Times New Roman"/>
                          <a:ea typeface="宋体"/>
                        </a:rPr>
                        <a:t>  </a:t>
                      </a:r>
                      <a:r>
                        <a:rPr lang="zh-CN" sz="1200" kern="100" dirty="0">
                          <a:latin typeface="Times New Roman"/>
                          <a:ea typeface="宋体"/>
                        </a:rPr>
                        <a:t>严重不</a:t>
                      </a:r>
                      <a:r>
                        <a:rPr lang="zh-CN" sz="1200" kern="100" dirty="0" smtClean="0">
                          <a:latin typeface="Times New Roman"/>
                          <a:ea typeface="宋体"/>
                        </a:rPr>
                        <a:t>符合</a:t>
                      </a:r>
                      <a:r>
                        <a:rPr lang="zh-CN" altLang="en-US" sz="1200" kern="100" dirty="0" smtClean="0">
                          <a:latin typeface="Times New Roman"/>
                          <a:ea typeface="+mn-ea"/>
                        </a:rPr>
                        <a:t>■</a:t>
                      </a:r>
                      <a:r>
                        <a:rPr lang="zh-CN" sz="1200" kern="100" dirty="0" smtClean="0">
                          <a:latin typeface="Times New Roman"/>
                          <a:ea typeface="宋体"/>
                        </a:rPr>
                        <a:t> </a:t>
                      </a:r>
                      <a:r>
                        <a:rPr lang="zh-CN" sz="1200" kern="100" dirty="0">
                          <a:latin typeface="Times New Roman"/>
                          <a:ea typeface="宋体"/>
                        </a:rPr>
                        <a:t>一般不</a:t>
                      </a:r>
                      <a:r>
                        <a:rPr lang="zh-CN" sz="1200" kern="100" dirty="0" smtClean="0">
                          <a:latin typeface="Times New Roman"/>
                          <a:ea typeface="宋体"/>
                        </a:rPr>
                        <a:t>符合</a:t>
                      </a:r>
                      <a:r>
                        <a:rPr lang="zh-CN" altLang="en-US" sz="1200" kern="100" dirty="0" smtClean="0">
                          <a:latin typeface="Times New Roman"/>
                          <a:ea typeface="+mn-ea"/>
                        </a:rPr>
                        <a:t>□</a:t>
                      </a:r>
                      <a:r>
                        <a:rPr lang="zh-CN" sz="1200" kern="100" dirty="0" smtClean="0">
                          <a:latin typeface="Times New Roman"/>
                          <a:ea typeface="宋体"/>
                        </a:rPr>
                        <a:t>观察</a:t>
                      </a:r>
                      <a:r>
                        <a:rPr lang="zh-CN" sz="1200" kern="100" dirty="0">
                          <a:latin typeface="Times New Roman"/>
                          <a:ea typeface="宋体"/>
                        </a:rPr>
                        <a:t>项</a:t>
                      </a:r>
                    </a:p>
                    <a:p>
                      <a:pPr indent="226060" algn="just">
                        <a:spcAft>
                          <a:spcPts val="0"/>
                        </a:spcAft>
                      </a:pPr>
                      <a:endParaRPr lang="en-US" altLang="zh-CN" sz="1200" kern="100" dirty="0" smtClean="0">
                        <a:latin typeface="Times New Roman"/>
                        <a:ea typeface="宋体"/>
                      </a:endParaRPr>
                    </a:p>
                    <a:p>
                      <a:pPr indent="226060" algn="just">
                        <a:spcAft>
                          <a:spcPts val="0"/>
                        </a:spcAft>
                      </a:pPr>
                      <a:r>
                        <a:rPr lang="zh-CN" sz="1200" kern="100" dirty="0" smtClean="0">
                          <a:latin typeface="Times New Roman"/>
                          <a:ea typeface="宋体"/>
                        </a:rPr>
                        <a:t>经</a:t>
                      </a:r>
                      <a:r>
                        <a:rPr lang="zh-CN" sz="1200" kern="100" dirty="0">
                          <a:latin typeface="Times New Roman"/>
                          <a:ea typeface="宋体"/>
                        </a:rPr>
                        <a:t>查，采购合同未增加知识产权权属、许可使用范围、侵权责任承担等知识产权条款</a:t>
                      </a:r>
                    </a:p>
                    <a:p>
                      <a:pPr indent="1666875" algn="just">
                        <a:spcAft>
                          <a:spcPts val="0"/>
                        </a:spcAft>
                      </a:pPr>
                      <a:r>
                        <a:rPr lang="zh-CN" sz="1200" kern="100" dirty="0">
                          <a:latin typeface="Times New Roman"/>
                          <a:ea typeface="宋体"/>
                        </a:rPr>
                        <a:t>提出人</a:t>
                      </a:r>
                      <a:r>
                        <a:rPr lang="zh-CN" sz="1200" kern="100" dirty="0" smtClean="0">
                          <a:latin typeface="Times New Roman"/>
                          <a:ea typeface="宋体"/>
                        </a:rPr>
                        <a:t>：</a:t>
                      </a:r>
                      <a:r>
                        <a:rPr lang="en-US" altLang="zh-CN" sz="1200" kern="100" dirty="0" smtClean="0">
                          <a:latin typeface="Times New Roman"/>
                          <a:ea typeface="宋体"/>
                        </a:rPr>
                        <a:t>          </a:t>
                      </a:r>
                      <a:r>
                        <a:rPr lang="zh-CN" sz="1200" kern="100" dirty="0" smtClean="0">
                          <a:latin typeface="Times New Roman"/>
                          <a:ea typeface="宋体"/>
                        </a:rPr>
                        <a:t>日期：</a:t>
                      </a:r>
                      <a:endParaRPr lang="zh-CN" sz="1200" kern="100" dirty="0">
                        <a:latin typeface="Times New Roman"/>
                        <a:ea typeface="宋体"/>
                      </a:endParaRP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98230">
                <a:tc gridSpan="4">
                  <a:txBody>
                    <a:bodyPr/>
                    <a:lstStyle/>
                    <a:p>
                      <a:pPr algn="just">
                        <a:lnSpc>
                          <a:spcPct val="150000"/>
                        </a:lnSpc>
                        <a:spcAft>
                          <a:spcPts val="0"/>
                        </a:spcAft>
                      </a:pPr>
                      <a:r>
                        <a:rPr lang="zh-CN" sz="1200" kern="100" dirty="0">
                          <a:latin typeface="Times New Roman"/>
                          <a:ea typeface="宋体"/>
                        </a:rPr>
                        <a:t>不符合标准要求条款</a:t>
                      </a:r>
                      <a:r>
                        <a:rPr lang="zh-CN" sz="1200" kern="100" dirty="0" smtClean="0">
                          <a:latin typeface="Times New Roman"/>
                          <a:ea typeface="宋体"/>
                        </a:rPr>
                        <a:t>：</a:t>
                      </a:r>
                      <a:endParaRPr lang="en-US" altLang="zh-CN" sz="1200" kern="100" dirty="0" smtClean="0">
                        <a:latin typeface="Times New Roman"/>
                        <a:ea typeface="宋体"/>
                      </a:endParaRPr>
                    </a:p>
                    <a:p>
                      <a:pPr algn="just">
                        <a:lnSpc>
                          <a:spcPct val="150000"/>
                        </a:lnSpc>
                        <a:spcAft>
                          <a:spcPts val="0"/>
                        </a:spcAft>
                      </a:pPr>
                      <a:endParaRPr lang="zh-CN" sz="1200" kern="100" dirty="0">
                        <a:latin typeface="Times New Roman"/>
                        <a:ea typeface="宋体"/>
                      </a:endParaRPr>
                    </a:p>
                    <a:p>
                      <a:pPr algn="just">
                        <a:lnSpc>
                          <a:spcPct val="150000"/>
                        </a:lnSpc>
                        <a:spcAft>
                          <a:spcPts val="0"/>
                        </a:spcAft>
                      </a:pPr>
                      <a:r>
                        <a:rPr lang="zh-CN" sz="1200" kern="100" dirty="0">
                          <a:latin typeface="Times New Roman"/>
                          <a:ea typeface="宋体"/>
                        </a:rPr>
                        <a:t>不</a:t>
                      </a:r>
                      <a:r>
                        <a:rPr lang="zh-CN" sz="1200" kern="100" dirty="0" smtClean="0">
                          <a:latin typeface="Times New Roman"/>
                          <a:ea typeface="宋体"/>
                        </a:rPr>
                        <a:t>符合</a:t>
                      </a:r>
                      <a:r>
                        <a:rPr lang="zh-CN" altLang="en-US" sz="1200" kern="100" dirty="0" smtClean="0">
                          <a:latin typeface="Times New Roman"/>
                          <a:ea typeface="宋体"/>
                        </a:rPr>
                        <a:t>“</a:t>
                      </a:r>
                      <a:r>
                        <a:rPr lang="en-US" altLang="zh-CN" sz="1200" kern="100" dirty="0" err="1" smtClean="0">
                          <a:latin typeface="Times New Roman"/>
                          <a:ea typeface="宋体"/>
                        </a:rPr>
                        <a:t>xxxxxxx</a:t>
                      </a:r>
                      <a:r>
                        <a:rPr lang="zh-CN" sz="1200" kern="100" dirty="0" smtClean="0">
                          <a:latin typeface="Times New Roman"/>
                          <a:ea typeface="宋体"/>
                        </a:rPr>
                        <a:t>”</a:t>
                      </a:r>
                      <a:r>
                        <a:rPr lang="zh-CN" sz="1200" kern="100" dirty="0">
                          <a:latin typeface="Times New Roman"/>
                          <a:ea typeface="宋体"/>
                        </a:rPr>
                        <a:t>条款</a:t>
                      </a:r>
                      <a:r>
                        <a:rPr lang="zh-CN" sz="1200" kern="100" dirty="0" smtClean="0">
                          <a:latin typeface="Times New Roman"/>
                          <a:ea typeface="宋体"/>
                        </a:rPr>
                        <a:t>要求</a:t>
                      </a:r>
                      <a:endParaRPr lang="zh-CN" sz="1200" kern="100" dirty="0">
                        <a:latin typeface="Times New Roman"/>
                        <a:ea typeface="宋体"/>
                      </a:endParaRP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30489">
                <a:tc gridSpan="4">
                  <a:txBody>
                    <a:bodyPr/>
                    <a:lstStyle/>
                    <a:p>
                      <a:pPr algn="just">
                        <a:spcAft>
                          <a:spcPts val="0"/>
                        </a:spcAft>
                      </a:pPr>
                      <a:r>
                        <a:rPr lang="zh-CN" sz="1200" kern="100" dirty="0">
                          <a:latin typeface="Times New Roman"/>
                          <a:ea typeface="宋体"/>
                        </a:rPr>
                        <a:t>纠正期限：立即纠正</a:t>
                      </a:r>
                      <a:r>
                        <a:rPr lang="zh-CN" sz="1200" kern="100" dirty="0" smtClean="0">
                          <a:latin typeface="Times New Roman"/>
                          <a:ea typeface="宋体"/>
                        </a:rPr>
                        <a:t>；</a:t>
                      </a:r>
                      <a:r>
                        <a:rPr lang="zh-CN" altLang="en-US" sz="1200" kern="100" dirty="0" smtClean="0">
                          <a:latin typeface="Times New Roman"/>
                          <a:ea typeface="+mn-ea"/>
                        </a:rPr>
                        <a:t>□</a:t>
                      </a:r>
                      <a:r>
                        <a:rPr lang="zh-CN" sz="1200" kern="100" dirty="0" smtClean="0">
                          <a:latin typeface="Times New Roman"/>
                          <a:ea typeface="宋体"/>
                        </a:rPr>
                        <a:t>一周；</a:t>
                      </a:r>
                      <a:r>
                        <a:rPr lang="zh-CN" altLang="en-US" sz="1200" kern="100" dirty="0" smtClean="0">
                          <a:latin typeface="Times New Roman"/>
                          <a:ea typeface="+mn-ea"/>
                        </a:rPr>
                        <a:t>□</a:t>
                      </a:r>
                      <a:r>
                        <a:rPr lang="zh-CN" sz="1200" kern="100" dirty="0" smtClean="0">
                          <a:latin typeface="Times New Roman"/>
                          <a:ea typeface="宋体"/>
                        </a:rPr>
                        <a:t>二周；</a:t>
                      </a:r>
                      <a:r>
                        <a:rPr lang="zh-CN" altLang="en-US" sz="1200" kern="100" dirty="0" smtClean="0">
                          <a:latin typeface="Times New Roman"/>
                          <a:ea typeface="+mn-ea"/>
                        </a:rPr>
                        <a:t>□</a:t>
                      </a:r>
                      <a:r>
                        <a:rPr lang="zh-CN" sz="1200" kern="100" dirty="0" smtClean="0">
                          <a:latin typeface="Times New Roman"/>
                          <a:ea typeface="宋体"/>
                        </a:rPr>
                        <a:t>四周</a:t>
                      </a:r>
                      <a:endParaRPr lang="zh-CN" sz="1200" kern="100" dirty="0">
                        <a:latin typeface="Times New Roman"/>
                        <a:ea typeface="宋体"/>
                      </a:endParaRP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706332">
                <a:tc gridSpan="4">
                  <a:txBody>
                    <a:bodyPr/>
                    <a:lstStyle/>
                    <a:p>
                      <a:pPr algn="just">
                        <a:spcAft>
                          <a:spcPts val="0"/>
                        </a:spcAft>
                      </a:pPr>
                      <a:r>
                        <a:rPr lang="zh-CN" sz="1200" kern="100" dirty="0">
                          <a:latin typeface="Times New Roman"/>
                          <a:ea typeface="宋体"/>
                        </a:rPr>
                        <a:t>原因分析（责任部门填写）：</a:t>
                      </a:r>
                    </a:p>
                    <a:p>
                      <a:pPr indent="1600200" algn="just">
                        <a:spcAft>
                          <a:spcPts val="0"/>
                        </a:spcAft>
                      </a:pPr>
                      <a:endParaRPr lang="en-US" altLang="zh-CN" sz="1200" kern="100" dirty="0" smtClean="0">
                        <a:latin typeface="Times New Roman"/>
                        <a:ea typeface="宋体"/>
                      </a:endParaRPr>
                    </a:p>
                    <a:p>
                      <a:pPr indent="1600200" algn="just">
                        <a:spcAft>
                          <a:spcPts val="0"/>
                        </a:spcAft>
                      </a:pPr>
                      <a:r>
                        <a:rPr lang="zh-CN" sz="1200" kern="100" dirty="0" smtClean="0">
                          <a:latin typeface="Times New Roman"/>
                          <a:ea typeface="宋体"/>
                        </a:rPr>
                        <a:t>分析</a:t>
                      </a:r>
                      <a:r>
                        <a:rPr lang="zh-CN" sz="1200" kern="100" dirty="0">
                          <a:latin typeface="Times New Roman"/>
                          <a:ea typeface="宋体"/>
                        </a:rPr>
                        <a:t>人： </a:t>
                      </a:r>
                      <a:r>
                        <a:rPr lang="en-US" sz="1200" kern="100" dirty="0">
                          <a:latin typeface="Times New Roman"/>
                          <a:ea typeface="宋体"/>
                        </a:rPr>
                        <a:t>     </a:t>
                      </a:r>
                      <a:r>
                        <a:rPr lang="zh-CN" sz="1200" kern="100" dirty="0">
                          <a:latin typeface="Times New Roman"/>
                          <a:ea typeface="宋体"/>
                        </a:rPr>
                        <a:t>日期：</a:t>
                      </a: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857256">
                <a:tc gridSpan="4">
                  <a:txBody>
                    <a:bodyPr/>
                    <a:lstStyle/>
                    <a:p>
                      <a:pPr algn="just">
                        <a:spcAft>
                          <a:spcPts val="0"/>
                        </a:spcAft>
                      </a:pPr>
                      <a:r>
                        <a:rPr lang="zh-CN" sz="1200" kern="100" dirty="0">
                          <a:latin typeface="Times New Roman"/>
                          <a:ea typeface="宋体"/>
                        </a:rPr>
                        <a:t>纠正措施计划：</a:t>
                      </a:r>
                    </a:p>
                    <a:p>
                      <a:pPr algn="just">
                        <a:spcAft>
                          <a:spcPts val="0"/>
                        </a:spcAft>
                      </a:pPr>
                      <a:endParaRPr lang="en-US" altLang="zh-CN" sz="1200" kern="100" dirty="0" smtClean="0">
                        <a:latin typeface="Times New Roman"/>
                        <a:ea typeface="宋体"/>
                      </a:endParaRPr>
                    </a:p>
                    <a:p>
                      <a:pPr algn="just">
                        <a:spcAft>
                          <a:spcPts val="0"/>
                        </a:spcAft>
                      </a:pPr>
                      <a:r>
                        <a:rPr lang="zh-CN" sz="1200" kern="100" dirty="0" smtClean="0">
                          <a:latin typeface="Times New Roman"/>
                          <a:ea typeface="宋体"/>
                        </a:rPr>
                        <a:t>责任</a:t>
                      </a:r>
                      <a:r>
                        <a:rPr lang="zh-CN" sz="1200" kern="100" dirty="0">
                          <a:latin typeface="Times New Roman"/>
                          <a:ea typeface="宋体"/>
                        </a:rPr>
                        <a:t>部门：</a:t>
                      </a:r>
                      <a:r>
                        <a:rPr lang="en-US" sz="1200" kern="100" dirty="0">
                          <a:latin typeface="Times New Roman"/>
                          <a:ea typeface="宋体"/>
                        </a:rPr>
                        <a:t>            </a:t>
                      </a:r>
                      <a:r>
                        <a:rPr lang="zh-CN" sz="1200" kern="100" dirty="0">
                          <a:latin typeface="Times New Roman"/>
                          <a:ea typeface="宋体"/>
                        </a:rPr>
                        <a:t>责任人：</a:t>
                      </a:r>
                      <a:r>
                        <a:rPr lang="en-US" sz="1200" kern="100" dirty="0">
                          <a:latin typeface="Times New Roman"/>
                          <a:ea typeface="宋体"/>
                        </a:rPr>
                        <a:t>         </a:t>
                      </a:r>
                      <a:r>
                        <a:rPr lang="zh-CN" sz="1200" kern="100" dirty="0">
                          <a:latin typeface="Times New Roman"/>
                          <a:ea typeface="宋体"/>
                        </a:rPr>
                        <a:t>完成日期：</a:t>
                      </a: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53416">
                <a:tc gridSpan="4">
                  <a:txBody>
                    <a:bodyPr/>
                    <a:lstStyle/>
                    <a:p>
                      <a:pPr algn="just">
                        <a:spcBef>
                          <a:spcPts val="600"/>
                        </a:spcBef>
                        <a:spcAft>
                          <a:spcPts val="0"/>
                        </a:spcAft>
                      </a:pPr>
                      <a:r>
                        <a:rPr lang="zh-CN" sz="1200" kern="100" dirty="0">
                          <a:latin typeface="Times New Roman"/>
                          <a:ea typeface="宋体"/>
                        </a:rPr>
                        <a:t>管理者代表审批意见：</a:t>
                      </a:r>
                    </a:p>
                    <a:p>
                      <a:pPr indent="266700" algn="just">
                        <a:spcAft>
                          <a:spcPts val="0"/>
                        </a:spcAft>
                      </a:pPr>
                      <a:r>
                        <a:rPr lang="zh-CN" sz="1200" kern="100" dirty="0">
                          <a:latin typeface="Times New Roman"/>
                          <a:ea typeface="宋体"/>
                        </a:rPr>
                        <a:t>同意纠正措施。</a:t>
                      </a:r>
                    </a:p>
                    <a:p>
                      <a:pPr indent="1676400" algn="just">
                        <a:spcAft>
                          <a:spcPts val="0"/>
                        </a:spcAft>
                      </a:pPr>
                      <a:r>
                        <a:rPr lang="zh-CN" sz="1200" kern="100" dirty="0">
                          <a:latin typeface="Times New Roman"/>
                          <a:ea typeface="宋体"/>
                        </a:rPr>
                        <a:t>管理者代表：</a:t>
                      </a:r>
                      <a:r>
                        <a:rPr lang="en-US" sz="1200" kern="100" dirty="0">
                          <a:latin typeface="Times New Roman"/>
                          <a:ea typeface="宋体"/>
                        </a:rPr>
                        <a:t>        </a:t>
                      </a:r>
                      <a:r>
                        <a:rPr lang="zh-CN" sz="1200" kern="100" dirty="0">
                          <a:latin typeface="Times New Roman"/>
                          <a:ea typeface="宋体"/>
                        </a:rPr>
                        <a:t>批准日期：</a:t>
                      </a: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677926">
                <a:tc gridSpan="4">
                  <a:txBody>
                    <a:bodyPr/>
                    <a:lstStyle/>
                    <a:p>
                      <a:pPr algn="just">
                        <a:spcAft>
                          <a:spcPts val="0"/>
                        </a:spcAft>
                      </a:pPr>
                      <a:r>
                        <a:rPr lang="zh-CN" sz="1200" kern="100" dirty="0">
                          <a:latin typeface="Times New Roman"/>
                          <a:ea typeface="宋体"/>
                        </a:rPr>
                        <a:t>验证结果：</a:t>
                      </a:r>
                    </a:p>
                    <a:p>
                      <a:pPr indent="457200" algn="just">
                        <a:lnSpc>
                          <a:spcPct val="150000"/>
                        </a:lnSpc>
                        <a:spcAft>
                          <a:spcPts val="0"/>
                        </a:spcAft>
                      </a:pPr>
                      <a:r>
                        <a:rPr lang="zh-CN" sz="1200" kern="100" dirty="0">
                          <a:latin typeface="Times New Roman"/>
                          <a:ea typeface="宋体"/>
                        </a:rPr>
                        <a:t>年</a:t>
                      </a:r>
                      <a:r>
                        <a:rPr lang="en-US" sz="1200" kern="100" dirty="0">
                          <a:latin typeface="Times New Roman"/>
                          <a:ea typeface="宋体"/>
                        </a:rPr>
                        <a:t>   </a:t>
                      </a:r>
                      <a:r>
                        <a:rPr lang="zh-CN" sz="1200" kern="100" dirty="0">
                          <a:latin typeface="Times New Roman"/>
                          <a:ea typeface="宋体"/>
                        </a:rPr>
                        <a:t>月</a:t>
                      </a:r>
                      <a:r>
                        <a:rPr lang="en-US" sz="1200" kern="100" dirty="0">
                          <a:latin typeface="Times New Roman"/>
                          <a:ea typeface="宋体"/>
                        </a:rPr>
                        <a:t>    </a:t>
                      </a:r>
                      <a:r>
                        <a:rPr lang="zh-CN" sz="1200" kern="100" dirty="0">
                          <a:latin typeface="Times New Roman"/>
                          <a:ea typeface="宋体"/>
                        </a:rPr>
                        <a:t>日经过现场核实，达到了措施计划要求，验证有效，符合要求</a:t>
                      </a:r>
                      <a:r>
                        <a:rPr lang="en-US" sz="1200" kern="100" dirty="0">
                          <a:latin typeface="Times New Roman"/>
                          <a:ea typeface="宋体"/>
                        </a:rPr>
                        <a:t>.</a:t>
                      </a:r>
                      <a:endParaRPr lang="zh-CN" sz="1200" kern="100" dirty="0">
                        <a:latin typeface="Times New Roman"/>
                        <a:ea typeface="宋体"/>
                      </a:endParaRPr>
                    </a:p>
                    <a:p>
                      <a:pPr algn="just">
                        <a:lnSpc>
                          <a:spcPct val="150000"/>
                        </a:lnSpc>
                        <a:spcAft>
                          <a:spcPts val="0"/>
                        </a:spcAft>
                      </a:pPr>
                      <a:r>
                        <a:rPr lang="zh-CN" sz="1200" kern="100" dirty="0">
                          <a:latin typeface="Times New Roman"/>
                          <a:ea typeface="宋体"/>
                        </a:rPr>
                        <a:t>内审员：</a:t>
                      </a:r>
                      <a:r>
                        <a:rPr lang="en-US" sz="1200" kern="100" dirty="0">
                          <a:latin typeface="Times New Roman"/>
                          <a:ea typeface="宋体"/>
                        </a:rPr>
                        <a:t>          </a:t>
                      </a:r>
                      <a:r>
                        <a:rPr lang="zh-CN" sz="1200" kern="100" dirty="0">
                          <a:latin typeface="Times New Roman"/>
                          <a:ea typeface="宋体"/>
                        </a:rPr>
                        <a:t>日期： </a:t>
                      </a:r>
                    </a:p>
                  </a:txBody>
                  <a:tcPr marL="40289" marR="4028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50" name="矩形 49"/>
          <p:cNvSpPr/>
          <p:nvPr/>
        </p:nvSpPr>
        <p:spPr>
          <a:xfrm>
            <a:off x="3428992" y="147618"/>
            <a:ext cx="1733167" cy="400110"/>
          </a:xfrm>
          <a:prstGeom prst="rect">
            <a:avLst/>
          </a:prstGeom>
        </p:spPr>
        <p:txBody>
          <a:bodyPr wrap="square">
            <a:spAutoFit/>
          </a:bodyPr>
          <a:lstStyle/>
          <a:p>
            <a:r>
              <a:rPr lang="zh-CN" altLang="en-US" b="1" dirty="0" smtClean="0"/>
              <a:t>不合格报告单</a:t>
            </a:r>
            <a:endParaRPr lang="zh-CN" altLang="en-US" dirty="0"/>
          </a:p>
        </p:txBody>
      </p:sp>
    </p:spTree>
  </p:cSld>
  <p:clrMapOvr>
    <a:masterClrMapping/>
  </p:clrMapOvr>
  <p:transition advClick="0"/>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7158" y="76180"/>
            <a:ext cx="5357850" cy="461665"/>
          </a:xfrm>
          <a:prstGeom prst="rect">
            <a:avLst/>
          </a:prstGeom>
        </p:spPr>
        <p:txBody>
          <a:bodyPr wrap="square">
            <a:spAutoFit/>
          </a:bodyPr>
          <a:lstStyle/>
          <a:p>
            <a:r>
              <a:rPr lang="en-US" altLang="zh-CN" sz="2400" b="1" dirty="0" smtClean="0">
                <a:solidFill>
                  <a:schemeClr val="bg1"/>
                </a:solidFill>
              </a:rPr>
              <a:t>2.14</a:t>
            </a:r>
            <a:r>
              <a:rPr lang="zh-CN" altLang="en-US" sz="2400" b="1" dirty="0" smtClean="0">
                <a:solidFill>
                  <a:schemeClr val="bg1"/>
                </a:solidFill>
              </a:rPr>
              <a:t>体系有效性评价和审核报告（一）</a:t>
            </a:r>
            <a:endParaRPr lang="zh-CN" altLang="en-US" sz="2400" dirty="0">
              <a:solidFill>
                <a:schemeClr val="bg1"/>
              </a:solidFill>
            </a:endParaRPr>
          </a:p>
        </p:txBody>
      </p:sp>
      <p:sp>
        <p:nvSpPr>
          <p:cNvPr id="3" name="Rectangle 3"/>
          <p:cNvSpPr txBox="1">
            <a:spLocks noChangeArrowheads="1"/>
          </p:cNvSpPr>
          <p:nvPr/>
        </p:nvSpPr>
        <p:spPr>
          <a:xfrm>
            <a:off x="357159" y="647684"/>
            <a:ext cx="8143931" cy="2857520"/>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sz="1800" b="1" i="0" u="none" strike="noStrike" kern="1200" cap="none" spc="0" normalizeH="0" baseline="0" noProof="0" dirty="0" smtClean="0">
                <a:ln>
                  <a:noFill/>
                </a:ln>
                <a:solidFill>
                  <a:schemeClr val="tx1"/>
                </a:solidFill>
                <a:effectLst/>
                <a:uLnTx/>
                <a:uFillTx/>
                <a:latin typeface="+mn-lt"/>
                <a:ea typeface="+mn-ea"/>
                <a:cs typeface="+mn-cs"/>
              </a:rPr>
              <a:t>汇总整理审核情况</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为了对质量管理体系的有效性进行总体评价，并作出审核结论，审核组必须汇总整理全部审核情况。</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汇总整理审核记录（审核证据）</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审核组内部评审不合格项</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统计分析不合格项</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pic>
        <p:nvPicPr>
          <p:cNvPr id="4" name="Picture 4" descr="PE02716_"/>
          <p:cNvPicPr>
            <a:picLocks noChangeAspect="1" noChangeArrowheads="1"/>
          </p:cNvPicPr>
          <p:nvPr/>
        </p:nvPicPr>
        <p:blipFill>
          <a:blip r:embed="rId2" cstate="print"/>
          <a:srcRect/>
          <a:stretch>
            <a:fillRect/>
          </a:stretch>
        </p:blipFill>
        <p:spPr bwMode="auto">
          <a:xfrm>
            <a:off x="2643174" y="3005138"/>
            <a:ext cx="4038600" cy="2403475"/>
          </a:xfrm>
          <a:prstGeom prst="rect">
            <a:avLst/>
          </a:prstGeom>
          <a:noFill/>
        </p:spPr>
      </p:pic>
    </p:spTree>
  </p:cSld>
  <p:clrMapOvr>
    <a:masterClrMapping/>
  </p:clrMapOvr>
  <p:transition advClick="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357158" y="719122"/>
            <a:ext cx="9067800" cy="4357718"/>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质量管理体系评价：</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提出四个基本问题：</a:t>
            </a:r>
          </a:p>
          <a:p>
            <a:pPr marL="386860" marR="0" lvl="0" indent="-386860" algn="l" defTabSz="1031626" rtl="0" eaLnBrk="1" fontAlgn="auto" latinLnBrk="0" hangingPunct="1">
              <a:lnSpc>
                <a:spcPct val="9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过程是否已被识别并适当规定（形成文件与</a:t>
            </a:r>
            <a:r>
              <a:rPr kumimoji="0" lang="zh-CN" altLang="en-US" sz="18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标准</a:t>
            </a:r>
            <a:r>
              <a:rPr kumimoji="0" lang="zh-CN" altLang="en-US" sz="1800" b="0" i="0" u="none" strike="noStrike" kern="1200" cap="none" spc="0" normalizeH="0" baseline="0" noProof="0" dirty="0" smtClean="0">
                <a:ln>
                  <a:noFill/>
                </a:ln>
                <a:solidFill>
                  <a:schemeClr val="tx1"/>
                </a:solidFill>
                <a:effectLst/>
                <a:uLnTx/>
                <a:uFillTx/>
                <a:latin typeface="Times New Roman"/>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的符合程度）</a:t>
            </a:r>
          </a:p>
          <a:p>
            <a:pPr marL="386860" marR="0" lvl="0" indent="-386860" algn="l" defTabSz="1031626" rtl="0" eaLnBrk="1" fontAlgn="auto" latinLnBrk="0" hangingPunct="1">
              <a:lnSpc>
                <a:spcPct val="9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职责是否已被分配（所有过程的职责、权限得到规定并沟通）</a:t>
            </a:r>
          </a:p>
          <a:p>
            <a:pPr marL="386860" marR="0" lvl="0" indent="-386860" algn="l" defTabSz="1031626" rtl="0" eaLnBrk="1" fontAlgn="auto" latinLnBrk="0" hangingPunct="1">
              <a:lnSpc>
                <a:spcPct val="9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程序是否得到实施和保持（质量管理体系文件的实施程度）</a:t>
            </a:r>
          </a:p>
          <a:p>
            <a:pPr marL="386860" marR="0" lvl="0" indent="-386860" algn="l" defTabSz="1031626" rtl="0" eaLnBrk="1" fontAlgn="auto" latinLnBrk="0" hangingPunct="1">
              <a:lnSpc>
                <a:spcPct val="9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在实现所要求的结果方面，过程是否有效（结果的有效性）</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评价的依据是审核中查证的审核证据，从两方面考虑：</a:t>
            </a:r>
          </a:p>
          <a:p>
            <a:pPr marL="386860" marR="0" lvl="0" indent="-386860" algn="l" defTabSz="1031626" rtl="0" eaLnBrk="1" fontAlgn="auto" latinLnBrk="0" hangingPunct="1">
              <a:lnSpc>
                <a:spcPct val="9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不符合的数量和程度</a:t>
            </a:r>
          </a:p>
          <a:p>
            <a:pPr marL="386860" marR="0" lvl="0" indent="-386860" algn="l" defTabSz="1031626" rtl="0" eaLnBrk="1" fontAlgn="auto" latinLnBrk="0" hangingPunct="1">
              <a:lnSpc>
                <a:spcPct val="9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综合信息</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、质量目标实施情况、顾客满意度、产品质量状况</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、内部失效（在公司内部由于不合格造成的经济损失）</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3</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、外部失效（出厂产品由于不合格造成的经济损失）</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4</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、持续改进机制</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5</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、管理者（领导）和员工的质量意思（领导作用、全员参与）</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矩形 5"/>
          <p:cNvSpPr/>
          <p:nvPr/>
        </p:nvSpPr>
        <p:spPr>
          <a:xfrm>
            <a:off x="357158" y="76180"/>
            <a:ext cx="5357850" cy="461665"/>
          </a:xfrm>
          <a:prstGeom prst="rect">
            <a:avLst/>
          </a:prstGeom>
        </p:spPr>
        <p:txBody>
          <a:bodyPr wrap="square">
            <a:spAutoFit/>
          </a:bodyPr>
          <a:lstStyle/>
          <a:p>
            <a:r>
              <a:rPr lang="en-US" altLang="zh-CN" sz="2400" b="1" dirty="0" smtClean="0">
                <a:solidFill>
                  <a:schemeClr val="bg1"/>
                </a:solidFill>
              </a:rPr>
              <a:t>2.14</a:t>
            </a:r>
            <a:r>
              <a:rPr lang="zh-CN" altLang="en-US" sz="2400" b="1" dirty="0" smtClean="0">
                <a:solidFill>
                  <a:schemeClr val="bg1"/>
                </a:solidFill>
              </a:rPr>
              <a:t>体系有效性评价和审核报告（二）</a:t>
            </a:r>
            <a:endParaRPr lang="zh-CN" altLang="en-US" sz="2400" dirty="0">
              <a:solidFill>
                <a:schemeClr val="bg1"/>
              </a:solidFill>
            </a:endParaRPr>
          </a:p>
        </p:txBody>
      </p:sp>
    </p:spTree>
  </p:cSld>
  <p:clrMapOvr>
    <a:masterClrMapping/>
  </p:clrMapOvr>
  <p:transition advClick="0"/>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428596" y="647684"/>
            <a:ext cx="8416925" cy="4786346"/>
          </a:xfrm>
          <a:prstGeom prst="rect">
            <a:avLst/>
          </a:prstGeom>
        </p:spPr>
        <p:txBody>
          <a:bodyPr vert="horz" lIns="103163" tIns="51581" rIns="103163" bIns="51581" rtlCol="0">
            <a:normAutofit fontScale="92500" lnSpcReduction="10000"/>
          </a:bodyPr>
          <a:lstStyle/>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2200" b="1" i="0" u="none" strike="noStrike" kern="1200" cap="none" spc="0" normalizeH="0" baseline="0" noProof="0" dirty="0" smtClean="0">
                <a:ln>
                  <a:noFill/>
                </a:ln>
                <a:solidFill>
                  <a:schemeClr val="tx1"/>
                </a:solidFill>
                <a:effectLst/>
                <a:uLnTx/>
                <a:uFillTx/>
                <a:latin typeface="+mn-lt"/>
                <a:ea typeface="+mn-ea"/>
                <a:cs typeface="+mn-cs"/>
              </a:rPr>
              <a:t>审核结论</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1800" b="1" i="0" u="none" strike="noStrike" kern="1200" cap="none" spc="0" normalizeH="0" baseline="0" noProof="0" dirty="0" smtClean="0">
                <a:ln>
                  <a:noFill/>
                </a:ln>
                <a:solidFill>
                  <a:srgbClr val="0070C0"/>
                </a:solidFill>
                <a:effectLst/>
                <a:uLnTx/>
                <a:uFillTx/>
                <a:latin typeface="+mn-lt"/>
                <a:ea typeface="+mn-ea"/>
                <a:cs typeface="+mn-cs"/>
              </a:rPr>
              <a:t>作出审核结论可以考虑如下主要内容：</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文件审核结论</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标准采用删减的合理性</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全员质量意思和对满足顾客与法规法律要求的重要性和认识程度</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与标准符合性的客观证据</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有否严重缺失和系统性问题，质量管理体系总体运行的有效性</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法律法规的执行情况</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顾客满意度</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不合格的数量及其对体系运行有效性的影响程度</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国家、行业</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地方监督检查的结果</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矩形 5"/>
          <p:cNvSpPr/>
          <p:nvPr/>
        </p:nvSpPr>
        <p:spPr>
          <a:xfrm>
            <a:off x="428596" y="76180"/>
            <a:ext cx="5357850" cy="461665"/>
          </a:xfrm>
          <a:prstGeom prst="rect">
            <a:avLst/>
          </a:prstGeom>
        </p:spPr>
        <p:txBody>
          <a:bodyPr wrap="square">
            <a:spAutoFit/>
          </a:bodyPr>
          <a:lstStyle/>
          <a:p>
            <a:r>
              <a:rPr lang="en-US" altLang="zh-CN" sz="2400" b="1" dirty="0" smtClean="0">
                <a:solidFill>
                  <a:schemeClr val="bg1"/>
                </a:solidFill>
              </a:rPr>
              <a:t>2.14</a:t>
            </a:r>
            <a:r>
              <a:rPr lang="zh-CN" altLang="en-US" sz="2400" b="1" dirty="0" smtClean="0">
                <a:solidFill>
                  <a:schemeClr val="bg1"/>
                </a:solidFill>
              </a:rPr>
              <a:t>体系有效性评价和审核报告（三）</a:t>
            </a:r>
            <a:endParaRPr lang="zh-CN" altLang="en-US" sz="2400" dirty="0">
              <a:solidFill>
                <a:schemeClr val="bg1"/>
              </a:solidFill>
            </a:endParaRPr>
          </a:p>
        </p:txBody>
      </p:sp>
    </p:spTree>
  </p:cSld>
  <p:clrMapOvr>
    <a:masterClrMapping/>
  </p:clrMapOvr>
  <p:transition advClick="0"/>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533401" y="719122"/>
            <a:ext cx="8182004" cy="4857784"/>
          </a:xfrm>
          <a:prstGeom prst="rect">
            <a:avLst/>
          </a:prstGeom>
        </p:spPr>
        <p:txBody>
          <a:bodyPr vert="horz" lIns="103163" tIns="51581" rIns="103163" bIns="51581" rtlCol="0">
            <a:normAutofit fontScale="92500" lnSpcReduction="10000"/>
          </a:bodyPr>
          <a:lstStyle/>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900" b="1" i="0" u="none" strike="noStrike" kern="1200" cap="none" spc="0" normalizeH="0" baseline="0" noProof="0" dirty="0" smtClean="0">
                <a:ln>
                  <a:noFill/>
                </a:ln>
                <a:solidFill>
                  <a:schemeClr val="tx1"/>
                </a:solidFill>
                <a:effectLst/>
                <a:uLnTx/>
                <a:uFillTx/>
                <a:latin typeface="+mn-lt"/>
                <a:ea typeface="+mn-ea"/>
                <a:cs typeface="+mn-cs"/>
              </a:rPr>
              <a:t>审核报告的内容：</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审核目的</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审核范围</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审核依据（质量管理体系标准和体系文件）</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审核组成员</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受审核方概况简述</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审核过程综述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、文件审查情况</a:t>
            </a:r>
            <a:r>
              <a:rPr kumimoji="0" lang="zh-CN" altLang="en-US" sz="1600" b="0" i="0" u="none" strike="noStrike" kern="1200" cap="none" spc="0" normalizeH="0" noProof="0" dirty="0" smtClean="0">
                <a:ln>
                  <a:noFill/>
                </a:ln>
                <a:solidFill>
                  <a:schemeClr val="tx1"/>
                </a:solidFill>
                <a:effectLst/>
                <a:uLnTx/>
                <a:uFillTx/>
                <a:latin typeface="+mn-lt"/>
                <a:ea typeface="+mn-ea"/>
                <a:cs typeface="+mn-cs"/>
              </a:rPr>
              <a:t> ；</a:t>
            </a:r>
            <a:r>
              <a:rPr kumimoji="0" lang="en-US" altLang="zh-CN" sz="16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、现场审核计划执行情况。</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不合格项统计与综述</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质量管理体系符合审核准则的程度和有效性评价</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审核结论</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纠正措施及验证要求</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chemeClr val="tx1"/>
                </a:solidFill>
                <a:effectLst/>
                <a:uLnTx/>
                <a:uFillTx/>
                <a:latin typeface="+mn-lt"/>
                <a:ea typeface="+mn-ea"/>
                <a:cs typeface="+mn-cs"/>
              </a:rPr>
              <a:t>审核报告的分发</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600" b="0" i="0" u="none" strike="noStrike" kern="1200" cap="none" spc="0" normalizeH="0" baseline="0" noProof="0" dirty="0" smtClean="0">
                <a:ln>
                  <a:noFill/>
                </a:ln>
                <a:solidFill>
                  <a:srgbClr val="FF0000"/>
                </a:solidFill>
                <a:effectLst/>
                <a:uLnTx/>
                <a:uFillTx/>
                <a:latin typeface="+mn-lt"/>
                <a:ea typeface="+mn-ea"/>
                <a:cs typeface="+mn-cs"/>
              </a:rPr>
              <a:t>后附内部质量审核报告案例</a:t>
            </a:r>
            <a:endParaRPr kumimoji="0" lang="zh-CN" altLang="en-US" sz="1600" b="0" i="0" u="none" strike="noStrike" kern="1200" cap="none" spc="0" normalizeH="0" baseline="0" noProof="0" dirty="0">
              <a:ln>
                <a:noFill/>
              </a:ln>
              <a:solidFill>
                <a:srgbClr val="FF0000"/>
              </a:solidFill>
              <a:effectLst/>
              <a:uLnTx/>
              <a:uFillTx/>
              <a:latin typeface="+mn-lt"/>
              <a:ea typeface="+mn-ea"/>
              <a:cs typeface="+mn-cs"/>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438178070"/>
              </p:ext>
            </p:extLst>
          </p:nvPr>
        </p:nvGraphicFramePr>
        <p:xfrm>
          <a:off x="3275856" y="4929508"/>
          <a:ext cx="914400" cy="828675"/>
        </p:xfrm>
        <a:graphic>
          <a:graphicData uri="http://schemas.openxmlformats.org/presentationml/2006/ole">
            <mc:AlternateContent xmlns:mc="http://schemas.openxmlformats.org/markup-compatibility/2006">
              <mc:Choice xmlns:v="urn:schemas-microsoft-com:vml" Requires="v">
                <p:oleObj spid="_x0000_s94211" name="Document" showAsIcon="1" r:id="rId3" imgW="914400" imgH="828720" progId="Word.Document.8">
                  <p:embed/>
                </p:oleObj>
              </mc:Choice>
              <mc:Fallback>
                <p:oleObj name="Document" showAsIcon="1" r:id="rId3" imgW="914400" imgH="828720" progId="Word.Document.8">
                  <p:embed/>
                  <p:pic>
                    <p:nvPicPr>
                      <p:cNvPr id="0" name="Picture 2"/>
                      <p:cNvPicPr>
                        <a:picLocks noChangeAspect="1" noChangeArrowheads="1"/>
                      </p:cNvPicPr>
                      <p:nvPr/>
                    </p:nvPicPr>
                    <p:blipFill>
                      <a:blip r:embed="rId4"/>
                      <a:srcRect/>
                      <a:stretch>
                        <a:fillRect/>
                      </a:stretch>
                    </p:blipFill>
                    <p:spPr bwMode="auto">
                      <a:xfrm>
                        <a:off x="3275856" y="4929508"/>
                        <a:ext cx="91440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57158" y="76180"/>
            <a:ext cx="5357850" cy="461665"/>
          </a:xfrm>
          <a:prstGeom prst="rect">
            <a:avLst/>
          </a:prstGeom>
        </p:spPr>
        <p:txBody>
          <a:bodyPr wrap="square">
            <a:spAutoFit/>
          </a:bodyPr>
          <a:lstStyle/>
          <a:p>
            <a:r>
              <a:rPr lang="en-US" altLang="zh-CN" sz="2400" b="1" dirty="0" smtClean="0">
                <a:solidFill>
                  <a:schemeClr val="bg1"/>
                </a:solidFill>
              </a:rPr>
              <a:t>2.14</a:t>
            </a:r>
            <a:r>
              <a:rPr lang="zh-CN" altLang="en-US" sz="2400" b="1" dirty="0" smtClean="0">
                <a:solidFill>
                  <a:schemeClr val="bg1"/>
                </a:solidFill>
              </a:rPr>
              <a:t>体系有效性评价和审核报告（四）</a:t>
            </a:r>
            <a:endParaRPr lang="zh-CN" altLang="en-US" sz="2400" dirty="0">
              <a:solidFill>
                <a:schemeClr val="bg1"/>
              </a:solidFill>
            </a:endParaRPr>
          </a:p>
        </p:txBody>
      </p:sp>
    </p:spTree>
  </p:cSld>
  <p:clrMapOvr>
    <a:masterClrMapping/>
  </p:clrMapOvr>
  <p:transition advClick="0"/>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p:cNvSpPr>
            <a:spLocks noGrp="1" noChangeArrowheads="1"/>
          </p:cNvSpPr>
          <p:nvPr>
            <p:ph type="title"/>
          </p:nvPr>
        </p:nvSpPr>
        <p:spPr>
          <a:xfrm>
            <a:off x="285720" y="68247"/>
            <a:ext cx="2500330" cy="579437"/>
          </a:xfrm>
        </p:spPr>
        <p:txBody>
          <a:bodyPr>
            <a:normAutofit/>
          </a:bodyPr>
          <a:lstStyle/>
          <a:p>
            <a:pPr algn="l"/>
            <a:r>
              <a:rPr lang="en-US" altLang="zh-CN" sz="2000" b="1" dirty="0" smtClean="0">
                <a:solidFill>
                  <a:schemeClr val="bg1"/>
                </a:solidFill>
              </a:rPr>
              <a:t>2.15</a:t>
            </a:r>
            <a:r>
              <a:rPr lang="zh-CN" altLang="en-US" sz="2000" b="1" dirty="0" smtClean="0">
                <a:solidFill>
                  <a:schemeClr val="bg1"/>
                </a:solidFill>
              </a:rPr>
              <a:t>末</a:t>
            </a:r>
            <a:r>
              <a:rPr lang="zh-CN" altLang="en-US" sz="2000" b="1" dirty="0">
                <a:solidFill>
                  <a:schemeClr val="bg1"/>
                </a:solidFill>
              </a:rPr>
              <a:t>次会议</a:t>
            </a:r>
          </a:p>
        </p:txBody>
      </p:sp>
      <p:sp>
        <p:nvSpPr>
          <p:cNvPr id="3" name="Rectangle 1027"/>
          <p:cNvSpPr txBox="1">
            <a:spLocks noChangeArrowheads="1"/>
          </p:cNvSpPr>
          <p:nvPr/>
        </p:nvSpPr>
        <p:spPr>
          <a:xfrm>
            <a:off x="5357818" y="719122"/>
            <a:ext cx="3571900" cy="2786082"/>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0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末次会议的目的：</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说明审核情况</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宣布审核结论</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提出纠正措施要求</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提出证后监督审核要求</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宣布现场审核结束</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Rectangle 3"/>
          <p:cNvSpPr txBox="1">
            <a:spLocks noChangeArrowheads="1"/>
          </p:cNvSpPr>
          <p:nvPr/>
        </p:nvSpPr>
        <p:spPr>
          <a:xfrm>
            <a:off x="285720" y="719121"/>
            <a:ext cx="4857784" cy="4857785"/>
          </a:xfrm>
          <a:prstGeom prst="rect">
            <a:avLst/>
          </a:prstGeom>
        </p:spPr>
        <p:txBody>
          <a:bodyPr vert="horz" lIns="103163" tIns="51581" rIns="103163" bIns="51581" rtlCol="0">
            <a:normAutofit lnSpcReduction="10000"/>
          </a:bodyPr>
          <a:lstStyle/>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b="1" i="0" u="none" strike="noStrike" kern="1200" cap="none" spc="0" normalizeH="0" baseline="0" noProof="0" dirty="0" smtClean="0">
                <a:ln>
                  <a:noFill/>
                </a:ln>
                <a:solidFill>
                  <a:schemeClr val="tx1"/>
                </a:solidFill>
                <a:effectLst/>
                <a:uLnTx/>
                <a:uFillTx/>
                <a:latin typeface="+mn-lt"/>
                <a:ea typeface="+mn-ea"/>
                <a:cs typeface="+mn-cs"/>
              </a:rPr>
              <a:t>末次会议的典型内容：</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与会者签到</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重申审核目的和范围</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报告审核发现（含不合格报告综述和体系有效性评价）</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宣布审核结论</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说明抽样的公证、客观以及局限性</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澄清异议</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提出纠正措施及验证要求</a:t>
            </a:r>
          </a:p>
          <a:p>
            <a:pPr marL="386860" marR="0" lvl="0" indent="-386860" algn="l" defTabSz="1031626" rtl="0" eaLnBrk="1" fontAlgn="auto" latinLnBrk="0" hangingPunct="1">
              <a:lnSpc>
                <a:spcPct val="16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宣布现场审核结束</a:t>
            </a:r>
          </a:p>
          <a:p>
            <a:pPr marL="386860" marR="0" lvl="0" indent="-386860" algn="l" defTabSz="1031626" rtl="0" eaLnBrk="1" fontAlgn="auto" latinLnBrk="0" hangingPunct="1">
              <a:lnSpc>
                <a:spcPct val="9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endParaRPr kumimoji="0" lang="zh-CN" altLang="en-US" sz="1800" b="1" i="0" u="none" strike="noStrike" kern="1200" cap="none" spc="0" normalizeH="0" baseline="0" noProof="0" dirty="0">
              <a:ln>
                <a:noFill/>
              </a:ln>
              <a:solidFill>
                <a:srgbClr val="FF0000"/>
              </a:solidFill>
              <a:effectLst/>
              <a:uLnTx/>
              <a:uFillTx/>
              <a:latin typeface="+mn-lt"/>
              <a:ea typeface="+mn-ea"/>
              <a:cs typeface="+mn-cs"/>
            </a:endParaRPr>
          </a:p>
        </p:txBody>
      </p:sp>
      <p:pic>
        <p:nvPicPr>
          <p:cNvPr id="5" name="Picture 1028"/>
          <p:cNvPicPr>
            <a:picLocks noChangeAspect="1" noChangeArrowheads="1"/>
          </p:cNvPicPr>
          <p:nvPr/>
        </p:nvPicPr>
        <p:blipFill>
          <a:blip r:embed="rId2" cstate="print"/>
          <a:srcRect/>
          <a:stretch>
            <a:fillRect/>
          </a:stretch>
        </p:blipFill>
        <p:spPr bwMode="auto">
          <a:xfrm>
            <a:off x="5929322" y="3540405"/>
            <a:ext cx="2428892" cy="2184120"/>
          </a:xfrm>
          <a:prstGeom prst="rect">
            <a:avLst/>
          </a:prstGeom>
          <a:noFill/>
        </p:spPr>
      </p:pic>
      <p:sp>
        <p:nvSpPr>
          <p:cNvPr id="6" name="动作按钮: 开始 5">
            <a:hlinkClick r:id="rId3" action="ppaction://hlinksldjump" highlightClick="1"/>
          </p:cNvPr>
          <p:cNvSpPr/>
          <p:nvPr/>
        </p:nvSpPr>
        <p:spPr>
          <a:xfrm>
            <a:off x="8286776" y="5219716"/>
            <a:ext cx="500066" cy="285752"/>
          </a:xfrm>
          <a:prstGeom prst="actionButtonBeginning">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8"/>
          <p:cNvSpPr txBox="1"/>
          <p:nvPr/>
        </p:nvSpPr>
        <p:spPr>
          <a:xfrm>
            <a:off x="4168775" y="1113092"/>
            <a:ext cx="1155700" cy="2053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defPPr>
              <a:defRPr lang="zh-CN"/>
            </a:defPPr>
            <a:lvl1pPr algn="just">
              <a:defRPr sz="3200">
                <a:solidFill>
                  <a:schemeClr val="lt1"/>
                </a:solidFill>
                <a:latin typeface="Arial Rounded MT Bold" pitchFamily="34" charset="0"/>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ltLang="en-US" sz="15600" i="1" dirty="0">
              <a:ln w="12700">
                <a:noFill/>
              </a:ln>
              <a:solidFill>
                <a:srgbClr val="F1C341"/>
              </a:solidFill>
              <a:latin typeface="Britannic Bold" pitchFamily="34" charset="0"/>
            </a:endParaRPr>
          </a:p>
        </p:txBody>
      </p:sp>
      <p:sp>
        <p:nvSpPr>
          <p:cNvPr id="15" name="文本框 6"/>
          <p:cNvSpPr txBox="1">
            <a:spLocks noChangeArrowheads="1"/>
          </p:cNvSpPr>
          <p:nvPr/>
        </p:nvSpPr>
        <p:spPr bwMode="auto">
          <a:xfrm>
            <a:off x="330170" y="954074"/>
            <a:ext cx="4205288" cy="3566656"/>
          </a:xfrm>
          <a:prstGeom prst="rect">
            <a:avLst/>
          </a:prstGeom>
          <a:noFill/>
          <a:ln w="9525">
            <a:noFill/>
            <a:miter lim="800000"/>
          </a:ln>
        </p:spPr>
        <p:txBody>
          <a:bodyPr lIns="103163" tIns="51581" rIns="103163" bIns="51581">
            <a:spAutoFit/>
          </a:bodyPr>
          <a:lstStyle/>
          <a:p>
            <a:pPr algn="ctr" eaLnBrk="1" hangingPunct="1"/>
            <a:r>
              <a:rPr lang="en-US" altLang="zh-CN" sz="22500" b="1" dirty="0" smtClean="0">
                <a:solidFill>
                  <a:srgbClr val="83B40D"/>
                </a:solidFill>
                <a:latin typeface="Arial Black" pitchFamily="34" charset="0"/>
                <a:ea typeface="微软雅黑" pitchFamily="34" charset="-122"/>
                <a:cs typeface="Times New Roman" pitchFamily="18" charset="0"/>
              </a:rPr>
              <a:t>03</a:t>
            </a:r>
            <a:endParaRPr lang="zh-CN" altLang="en-US" sz="22500" b="1" dirty="0">
              <a:solidFill>
                <a:srgbClr val="83B40D"/>
              </a:solidFill>
              <a:latin typeface="Arial Black" pitchFamily="34" charset="0"/>
              <a:ea typeface="微软雅黑" pitchFamily="34" charset="-122"/>
              <a:cs typeface="Times New Roman" pitchFamily="18" charset="0"/>
            </a:endParaRPr>
          </a:p>
        </p:txBody>
      </p:sp>
      <p:sp>
        <p:nvSpPr>
          <p:cNvPr id="16" name="文本框 7"/>
          <p:cNvSpPr txBox="1">
            <a:spLocks noChangeArrowheads="1"/>
          </p:cNvSpPr>
          <p:nvPr/>
        </p:nvSpPr>
        <p:spPr bwMode="auto">
          <a:xfrm>
            <a:off x="285720" y="2349872"/>
            <a:ext cx="4000528" cy="735111"/>
          </a:xfrm>
          <a:prstGeom prst="rect">
            <a:avLst/>
          </a:prstGeom>
          <a:solidFill>
            <a:srgbClr val="FFFFFF"/>
          </a:solidFill>
          <a:ln w="9525">
            <a:noFill/>
            <a:miter lim="800000"/>
          </a:ln>
        </p:spPr>
        <p:txBody>
          <a:bodyPr wrap="square" lIns="103163" tIns="51581" rIns="103163" bIns="51581">
            <a:spAutoFit/>
          </a:bodyPr>
          <a:lstStyle/>
          <a:p>
            <a:pPr eaLnBrk="1" hangingPunct="1"/>
            <a:r>
              <a:rPr lang="en-US" altLang="zh-CN" sz="4100" b="1" dirty="0">
                <a:solidFill>
                  <a:srgbClr val="83B40D"/>
                </a:solidFill>
                <a:latin typeface="Times New Roman" pitchFamily="18" charset="0"/>
                <a:cs typeface="Times New Roman" pitchFamily="18" charset="0"/>
              </a:rPr>
              <a:t>  </a:t>
            </a:r>
            <a:r>
              <a:rPr lang="en-US" altLang="zh-CN" sz="4100" b="1" dirty="0" smtClean="0">
                <a:solidFill>
                  <a:srgbClr val="83B40D"/>
                </a:solidFill>
                <a:latin typeface="Times New Roman" pitchFamily="18" charset="0"/>
                <a:cs typeface="Times New Roman" pitchFamily="18" charset="0"/>
              </a:rPr>
              <a:t>PART  THREE</a:t>
            </a:r>
            <a:endParaRPr lang="zh-CN" altLang="en-US" sz="4100" b="1" dirty="0">
              <a:solidFill>
                <a:srgbClr val="83B40D"/>
              </a:solidFill>
              <a:latin typeface="Times New Roman" pitchFamily="18" charset="0"/>
              <a:cs typeface="Times New Roman" pitchFamily="18" charset="0"/>
            </a:endParaRPr>
          </a:p>
        </p:txBody>
      </p:sp>
      <p:sp>
        <p:nvSpPr>
          <p:cNvPr id="17" name="文本框 8"/>
          <p:cNvSpPr txBox="1">
            <a:spLocks noChangeArrowheads="1"/>
          </p:cNvSpPr>
          <p:nvPr/>
        </p:nvSpPr>
        <p:spPr bwMode="auto">
          <a:xfrm>
            <a:off x="4173511" y="2030074"/>
            <a:ext cx="4662487" cy="596612"/>
          </a:xfrm>
          <a:prstGeom prst="rect">
            <a:avLst/>
          </a:prstGeom>
          <a:noFill/>
          <a:ln w="9525">
            <a:noFill/>
            <a:miter lim="800000"/>
          </a:ln>
        </p:spPr>
        <p:txBody>
          <a:bodyPr lIns="103163" tIns="51581" rIns="103163" bIns="51581">
            <a:spAutoFit/>
          </a:bodyPr>
          <a:lstStyle/>
          <a:p>
            <a:pPr algn="ctr" defTabSz="914400" fontAlgn="base">
              <a:spcBef>
                <a:spcPct val="0"/>
              </a:spcBef>
              <a:spcAft>
                <a:spcPct val="0"/>
              </a:spcAft>
              <a:defRPr/>
            </a:pPr>
            <a:r>
              <a:rPr lang="zh-CN" altLang="en-US" sz="3200" kern="0" dirty="0" smtClean="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rPr>
              <a:t>纠正和预防措施</a:t>
            </a:r>
            <a:endParaRPr lang="zh-CN" altLang="en-US" sz="3200" kern="0" dirty="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9" name="直接连接符 10"/>
          <p:cNvCxnSpPr>
            <a:cxnSpLocks noChangeShapeType="1"/>
          </p:cNvCxnSpPr>
          <p:nvPr/>
        </p:nvCxnSpPr>
        <p:spPr bwMode="auto">
          <a:xfrm>
            <a:off x="4256058" y="2710301"/>
            <a:ext cx="4608512" cy="0"/>
          </a:xfrm>
          <a:prstGeom prst="line">
            <a:avLst/>
          </a:prstGeom>
          <a:noFill/>
          <a:ln w="12700" algn="ctr">
            <a:solidFill>
              <a:srgbClr val="DFDFDF"/>
            </a:solidFill>
            <a:miter lim="800000"/>
            <a:headEnd type="oval" w="med" len="med"/>
            <a:tailEnd type="oval" w="med" len="med"/>
          </a:ln>
        </p:spPr>
      </p:cxnSp>
    </p:spTree>
  </p:cSld>
  <p:clrMapOvr>
    <a:masterClrMapping/>
  </p:clrMapOvr>
  <p:transition advClick="0"/>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立方体 3"/>
          <p:cNvSpPr/>
          <p:nvPr/>
        </p:nvSpPr>
        <p:spPr>
          <a:xfrm>
            <a:off x="533410" y="3648080"/>
            <a:ext cx="1825078" cy="521623"/>
          </a:xfrm>
          <a:prstGeom prst="cube">
            <a:avLst>
              <a:gd name="adj" fmla="val 42396"/>
            </a:avLst>
          </a:prstGeom>
          <a:solidFill>
            <a:srgbClr val="4AA8C2"/>
          </a:solidFill>
          <a:ln w="12700" cap="flat" cmpd="sng" algn="ctr">
            <a:noFill/>
            <a:prstDash val="solid"/>
          </a:ln>
          <a:effectLst/>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5" name="任意多边形 4"/>
          <p:cNvSpPr/>
          <p:nvPr/>
        </p:nvSpPr>
        <p:spPr>
          <a:xfrm>
            <a:off x="128496" y="3862394"/>
            <a:ext cx="1728859" cy="1769445"/>
          </a:xfrm>
          <a:custGeom>
            <a:avLst/>
            <a:gdLst>
              <a:gd name="connsiteX0" fmla="*/ 266339 w 1764788"/>
              <a:gd name="connsiteY0" fmla="*/ 1384475 h 1844266"/>
              <a:gd name="connsiteX1" fmla="*/ 203546 w 1764788"/>
              <a:gd name="connsiteY1" fmla="*/ 1500210 h 1844266"/>
              <a:gd name="connsiteX2" fmla="*/ 1022270 w 1764788"/>
              <a:gd name="connsiteY2" fmla="*/ 1500210 h 1844266"/>
              <a:gd name="connsiteX3" fmla="*/ 1043597 w 1764788"/>
              <a:gd name="connsiteY3" fmla="*/ 1509044 h 1844266"/>
              <a:gd name="connsiteX4" fmla="*/ 1096331 w 1764788"/>
              <a:gd name="connsiteY4" fmla="*/ 1388011 h 1844266"/>
              <a:gd name="connsiteX5" fmla="*/ 274875 w 1764788"/>
              <a:gd name="connsiteY5" fmla="*/ 1388010 h 1844266"/>
              <a:gd name="connsiteX6" fmla="*/ 366671 w 1764788"/>
              <a:gd name="connsiteY6" fmla="*/ 1199549 h 1844266"/>
              <a:gd name="connsiteX7" fmla="*/ 309259 w 1764788"/>
              <a:gd name="connsiteY7" fmla="*/ 1305367 h 1844266"/>
              <a:gd name="connsiteX8" fmla="*/ 1096846 w 1764788"/>
              <a:gd name="connsiteY8" fmla="*/ 1305367 h 1844266"/>
              <a:gd name="connsiteX9" fmla="*/ 1126065 w 1764788"/>
              <a:gd name="connsiteY9" fmla="*/ 1317470 h 1844266"/>
              <a:gd name="connsiteX10" fmla="*/ 1126553 w 1764788"/>
              <a:gd name="connsiteY10" fmla="*/ 1318647 h 1844266"/>
              <a:gd name="connsiteX11" fmla="*/ 1178443 w 1764788"/>
              <a:gd name="connsiteY11" fmla="*/ 1199550 h 1844266"/>
              <a:gd name="connsiteX12" fmla="*/ 471281 w 1764788"/>
              <a:gd name="connsiteY12" fmla="*/ 1006740 h 1844266"/>
              <a:gd name="connsiteX13" fmla="*/ 411510 w 1764788"/>
              <a:gd name="connsiteY13" fmla="*/ 1116906 h 1844266"/>
              <a:gd name="connsiteX14" fmla="*/ 1184995 w 1764788"/>
              <a:gd name="connsiteY14" fmla="*/ 1116906 h 1844266"/>
              <a:gd name="connsiteX15" fmla="*/ 1209948 w 1764788"/>
              <a:gd name="connsiteY15" fmla="*/ 1127242 h 1844266"/>
              <a:gd name="connsiteX16" fmla="*/ 1262450 w 1764788"/>
              <a:gd name="connsiteY16" fmla="*/ 1006741 h 1844266"/>
              <a:gd name="connsiteX17" fmla="*/ 580254 w 1764788"/>
              <a:gd name="connsiteY17" fmla="*/ 805889 h 1844266"/>
              <a:gd name="connsiteX18" fmla="*/ 516120 w 1764788"/>
              <a:gd name="connsiteY18" fmla="*/ 924097 h 1844266"/>
              <a:gd name="connsiteX19" fmla="*/ 1278926 w 1764788"/>
              <a:gd name="connsiteY19" fmla="*/ 924097 h 1844266"/>
              <a:gd name="connsiteX20" fmla="*/ 1295472 w 1764788"/>
              <a:gd name="connsiteY20" fmla="*/ 930951 h 1844266"/>
              <a:gd name="connsiteX21" fmla="*/ 1348350 w 1764788"/>
              <a:gd name="connsiteY21" fmla="*/ 809586 h 1844266"/>
              <a:gd name="connsiteX22" fmla="*/ 589177 w 1764788"/>
              <a:gd name="connsiteY22" fmla="*/ 809585 h 1844266"/>
              <a:gd name="connsiteX23" fmla="*/ 682497 w 1764788"/>
              <a:gd name="connsiteY23" fmla="*/ 617441 h 1844266"/>
              <a:gd name="connsiteX24" fmla="*/ 623087 w 1764788"/>
              <a:gd name="connsiteY24" fmla="*/ 726942 h 1844266"/>
              <a:gd name="connsiteX25" fmla="*/ 1358207 w 1764788"/>
              <a:gd name="connsiteY25" fmla="*/ 726942 h 1844266"/>
              <a:gd name="connsiteX26" fmla="*/ 1380360 w 1764788"/>
              <a:gd name="connsiteY26" fmla="*/ 736118 h 1844266"/>
              <a:gd name="connsiteX27" fmla="*/ 1430342 w 1764788"/>
              <a:gd name="connsiteY27" fmla="*/ 621402 h 1844266"/>
              <a:gd name="connsiteX28" fmla="*/ 692058 w 1764788"/>
              <a:gd name="connsiteY28" fmla="*/ 621401 h 1844266"/>
              <a:gd name="connsiteX29" fmla="*/ 772212 w 1764788"/>
              <a:gd name="connsiteY29" fmla="*/ 452085 h 1844266"/>
              <a:gd name="connsiteX30" fmla="*/ 725187 w 1764788"/>
              <a:gd name="connsiteY30" fmla="*/ 538758 h 1844266"/>
              <a:gd name="connsiteX31" fmla="*/ 1440437 w 1764788"/>
              <a:gd name="connsiteY31" fmla="*/ 538758 h 1844266"/>
              <a:gd name="connsiteX32" fmla="*/ 1462388 w 1764788"/>
              <a:gd name="connsiteY32" fmla="*/ 547851 h 1844266"/>
              <a:gd name="connsiteX33" fmla="*/ 1504113 w 1764788"/>
              <a:gd name="connsiteY33" fmla="*/ 452086 h 1844266"/>
              <a:gd name="connsiteX34" fmla="*/ 948027 w 1764788"/>
              <a:gd name="connsiteY34" fmla="*/ 1225 h 1844266"/>
              <a:gd name="connsiteX35" fmla="*/ 970529 w 1764788"/>
              <a:gd name="connsiteY35" fmla="*/ 3582 h 1844266"/>
              <a:gd name="connsiteX36" fmla="*/ 979328 w 1764788"/>
              <a:gd name="connsiteY36" fmla="*/ 8357 h 1844266"/>
              <a:gd name="connsiteX37" fmla="*/ 991214 w 1764788"/>
              <a:gd name="connsiteY37" fmla="*/ 48437 h 1844266"/>
              <a:gd name="connsiteX38" fmla="*/ 817051 w 1764788"/>
              <a:gd name="connsiteY38" fmla="*/ 369442 h 1844266"/>
              <a:gd name="connsiteX39" fmla="*/ 1509024 w 1764788"/>
              <a:gd name="connsiteY39" fmla="*/ 369442 h 1844266"/>
              <a:gd name="connsiteX40" fmla="*/ 1535367 w 1764788"/>
              <a:gd name="connsiteY40" fmla="*/ 380354 h 1844266"/>
              <a:gd name="connsiteX41" fmla="*/ 1690663 w 1764788"/>
              <a:gd name="connsiteY41" fmla="*/ 23922 h 1844266"/>
              <a:gd name="connsiteX42" fmla="*/ 1734464 w 1764788"/>
              <a:gd name="connsiteY42" fmla="*/ 6707 h 1844266"/>
              <a:gd name="connsiteX43" fmla="*/ 1744794 w 1764788"/>
              <a:gd name="connsiteY43" fmla="*/ 11207 h 1844266"/>
              <a:gd name="connsiteX44" fmla="*/ 1762010 w 1764788"/>
              <a:gd name="connsiteY44" fmla="*/ 55008 h 1844266"/>
              <a:gd name="connsiteX45" fmla="*/ 991143 w 1764788"/>
              <a:gd name="connsiteY45" fmla="*/ 1824272 h 1844266"/>
              <a:gd name="connsiteX46" fmla="*/ 947342 w 1764788"/>
              <a:gd name="connsiteY46" fmla="*/ 1841488 h 1844266"/>
              <a:gd name="connsiteX47" fmla="*/ 937012 w 1764788"/>
              <a:gd name="connsiteY47" fmla="*/ 1836987 h 1844266"/>
              <a:gd name="connsiteX48" fmla="*/ 919797 w 1764788"/>
              <a:gd name="connsiteY48" fmla="*/ 1793186 h 1844266"/>
              <a:gd name="connsiteX49" fmla="*/ 1011438 w 1764788"/>
              <a:gd name="connsiteY49" fmla="*/ 1582854 h 1844266"/>
              <a:gd name="connsiteX50" fmla="*/ 181299 w 1764788"/>
              <a:gd name="connsiteY50" fmla="*/ 1582853 h 1844266"/>
              <a:gd name="connsiteX51" fmla="*/ 162853 w 1764788"/>
              <a:gd name="connsiteY51" fmla="*/ 1575213 h 1844266"/>
              <a:gd name="connsiteX52" fmla="*/ 64349 w 1764788"/>
              <a:gd name="connsiteY52" fmla="*/ 1756769 h 1844266"/>
              <a:gd name="connsiteX53" fmla="*/ 24268 w 1764788"/>
              <a:gd name="connsiteY53" fmla="*/ 1768655 h 1844266"/>
              <a:gd name="connsiteX54" fmla="*/ 15469 w 1764788"/>
              <a:gd name="connsiteY54" fmla="*/ 1763881 h 1844266"/>
              <a:gd name="connsiteX55" fmla="*/ 3583 w 1764788"/>
              <a:gd name="connsiteY55" fmla="*/ 1723800 h 1844266"/>
              <a:gd name="connsiteX56" fmla="*/ 930448 w 1764788"/>
              <a:gd name="connsiteY56" fmla="*/ 15468 h 1844266"/>
              <a:gd name="connsiteX57" fmla="*/ 948027 w 1764788"/>
              <a:gd name="connsiteY57" fmla="*/ 1225 h 184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64788" h="1844266">
                <a:moveTo>
                  <a:pt x="266339" y="1384475"/>
                </a:moveTo>
                <a:lnTo>
                  <a:pt x="203546" y="1500210"/>
                </a:lnTo>
                <a:lnTo>
                  <a:pt x="1022270" y="1500210"/>
                </a:lnTo>
                <a:lnTo>
                  <a:pt x="1043597" y="1509044"/>
                </a:lnTo>
                <a:lnTo>
                  <a:pt x="1096331" y="1388011"/>
                </a:lnTo>
                <a:lnTo>
                  <a:pt x="274875" y="1388010"/>
                </a:lnTo>
                <a:close/>
                <a:moveTo>
                  <a:pt x="366671" y="1199549"/>
                </a:moveTo>
                <a:lnTo>
                  <a:pt x="309259" y="1305367"/>
                </a:lnTo>
                <a:lnTo>
                  <a:pt x="1096846" y="1305367"/>
                </a:lnTo>
                <a:cubicBezTo>
                  <a:pt x="1108257" y="1305367"/>
                  <a:pt x="1118588" y="1309992"/>
                  <a:pt x="1126065" y="1317470"/>
                </a:cubicBezTo>
                <a:lnTo>
                  <a:pt x="1126553" y="1318647"/>
                </a:lnTo>
                <a:lnTo>
                  <a:pt x="1178443" y="1199550"/>
                </a:lnTo>
                <a:close/>
                <a:moveTo>
                  <a:pt x="471281" y="1006740"/>
                </a:moveTo>
                <a:lnTo>
                  <a:pt x="411510" y="1116906"/>
                </a:lnTo>
                <a:lnTo>
                  <a:pt x="1184995" y="1116906"/>
                </a:lnTo>
                <a:lnTo>
                  <a:pt x="1209948" y="1127242"/>
                </a:lnTo>
                <a:lnTo>
                  <a:pt x="1262450" y="1006741"/>
                </a:lnTo>
                <a:close/>
                <a:moveTo>
                  <a:pt x="580254" y="805889"/>
                </a:moveTo>
                <a:lnTo>
                  <a:pt x="516120" y="924097"/>
                </a:lnTo>
                <a:lnTo>
                  <a:pt x="1278926" y="924097"/>
                </a:lnTo>
                <a:lnTo>
                  <a:pt x="1295472" y="930951"/>
                </a:lnTo>
                <a:lnTo>
                  <a:pt x="1348350" y="809586"/>
                </a:lnTo>
                <a:lnTo>
                  <a:pt x="589177" y="809585"/>
                </a:lnTo>
                <a:close/>
                <a:moveTo>
                  <a:pt x="682497" y="617441"/>
                </a:moveTo>
                <a:lnTo>
                  <a:pt x="623087" y="726942"/>
                </a:lnTo>
                <a:lnTo>
                  <a:pt x="1358207" y="726942"/>
                </a:lnTo>
                <a:lnTo>
                  <a:pt x="1380360" y="736118"/>
                </a:lnTo>
                <a:lnTo>
                  <a:pt x="1430342" y="621402"/>
                </a:lnTo>
                <a:lnTo>
                  <a:pt x="692058" y="621401"/>
                </a:lnTo>
                <a:close/>
                <a:moveTo>
                  <a:pt x="772212" y="452085"/>
                </a:moveTo>
                <a:lnTo>
                  <a:pt x="725187" y="538758"/>
                </a:lnTo>
                <a:lnTo>
                  <a:pt x="1440437" y="538758"/>
                </a:lnTo>
                <a:lnTo>
                  <a:pt x="1462388" y="547851"/>
                </a:lnTo>
                <a:lnTo>
                  <a:pt x="1504113" y="452086"/>
                </a:lnTo>
                <a:close/>
                <a:moveTo>
                  <a:pt x="948027" y="1225"/>
                </a:moveTo>
                <a:cubicBezTo>
                  <a:pt x="955280" y="-926"/>
                  <a:pt x="963354" y="-310"/>
                  <a:pt x="970529" y="3582"/>
                </a:cubicBezTo>
                <a:lnTo>
                  <a:pt x="979328" y="8357"/>
                </a:lnTo>
                <a:cubicBezTo>
                  <a:pt x="993678" y="16142"/>
                  <a:pt x="999000" y="34087"/>
                  <a:pt x="991214" y="48437"/>
                </a:cubicBezTo>
                <a:lnTo>
                  <a:pt x="817051" y="369442"/>
                </a:lnTo>
                <a:lnTo>
                  <a:pt x="1509024" y="369442"/>
                </a:lnTo>
                <a:lnTo>
                  <a:pt x="1535367" y="380354"/>
                </a:lnTo>
                <a:lnTo>
                  <a:pt x="1690663" y="23922"/>
                </a:lnTo>
                <a:cubicBezTo>
                  <a:pt x="1698005" y="7073"/>
                  <a:pt x="1717615" y="-635"/>
                  <a:pt x="1734464" y="6707"/>
                </a:cubicBezTo>
                <a:lnTo>
                  <a:pt x="1744794" y="11207"/>
                </a:lnTo>
                <a:cubicBezTo>
                  <a:pt x="1761643" y="18549"/>
                  <a:pt x="1769351" y="38159"/>
                  <a:pt x="1762010" y="55008"/>
                </a:cubicBezTo>
                <a:lnTo>
                  <a:pt x="991143" y="1824272"/>
                </a:lnTo>
                <a:cubicBezTo>
                  <a:pt x="983802" y="1841121"/>
                  <a:pt x="964192" y="1848829"/>
                  <a:pt x="947342" y="1841488"/>
                </a:cubicBezTo>
                <a:lnTo>
                  <a:pt x="937012" y="1836987"/>
                </a:lnTo>
                <a:cubicBezTo>
                  <a:pt x="920163" y="1829646"/>
                  <a:pt x="912456" y="1810036"/>
                  <a:pt x="919797" y="1793186"/>
                </a:cubicBezTo>
                <a:lnTo>
                  <a:pt x="1011438" y="1582854"/>
                </a:lnTo>
                <a:lnTo>
                  <a:pt x="181299" y="1582853"/>
                </a:lnTo>
                <a:lnTo>
                  <a:pt x="162853" y="1575213"/>
                </a:lnTo>
                <a:lnTo>
                  <a:pt x="64349" y="1756769"/>
                </a:lnTo>
                <a:cubicBezTo>
                  <a:pt x="56563" y="1771119"/>
                  <a:pt x="38618" y="1776440"/>
                  <a:pt x="24268" y="1768655"/>
                </a:cubicBezTo>
                <a:lnTo>
                  <a:pt x="15469" y="1763881"/>
                </a:lnTo>
                <a:cubicBezTo>
                  <a:pt x="1119" y="1756095"/>
                  <a:pt x="-4203" y="1738150"/>
                  <a:pt x="3583" y="1723800"/>
                </a:cubicBezTo>
                <a:lnTo>
                  <a:pt x="930448" y="15468"/>
                </a:lnTo>
                <a:cubicBezTo>
                  <a:pt x="934341" y="8293"/>
                  <a:pt x="940774" y="3375"/>
                  <a:pt x="948027" y="1225"/>
                </a:cubicBezTo>
                <a:close/>
              </a:path>
            </a:pathLst>
          </a:custGeom>
          <a:solidFill>
            <a:sysClr val="window" lastClr="FFFFFF">
              <a:lumMod val="75000"/>
            </a:sysClr>
          </a:solidFill>
          <a:ln w="25400" cap="flat" cmpd="sng" algn="ctr">
            <a:noFill/>
            <a:prstDash val="solid"/>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6" name="立方体 5"/>
          <p:cNvSpPr/>
          <p:nvPr/>
        </p:nvSpPr>
        <p:spPr>
          <a:xfrm>
            <a:off x="1714480" y="2362196"/>
            <a:ext cx="1630355" cy="343832"/>
          </a:xfrm>
          <a:prstGeom prst="cube">
            <a:avLst>
              <a:gd name="adj" fmla="val 42396"/>
            </a:avLst>
          </a:prstGeom>
          <a:solidFill>
            <a:srgbClr val="4AA8C2"/>
          </a:solidFill>
          <a:ln w="12700" cap="flat" cmpd="sng" algn="ctr">
            <a:noFill/>
            <a:prstDash val="solid"/>
          </a:ln>
          <a:effectLst/>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8" name="TextBox 66"/>
          <p:cNvSpPr txBox="1"/>
          <p:nvPr/>
        </p:nvSpPr>
        <p:spPr>
          <a:xfrm>
            <a:off x="3500430" y="2433634"/>
            <a:ext cx="2511427" cy="3133165"/>
          </a:xfrm>
          <a:prstGeom prst="rect">
            <a:avLst/>
          </a:prstGeom>
          <a:noFill/>
        </p:spPr>
        <p:txBody>
          <a:bodyPr wrap="square">
            <a:spAutoFit/>
          </a:bodyPr>
          <a:lstStyle/>
          <a:p>
            <a:pPr>
              <a:lnSpc>
                <a:spcPct val="130000"/>
              </a:lnSpc>
              <a:defRPr/>
            </a:pPr>
            <a:r>
              <a:rPr lang="zh-CN" altLang="en-US" kern="0" dirty="0" smtClean="0">
                <a:solidFill>
                  <a:srgbClr val="5FB2C9"/>
                </a:solidFill>
                <a:latin typeface="微软雅黑" pitchFamily="34" charset="-122"/>
                <a:ea typeface="微软雅黑" pitchFamily="34" charset="-122"/>
              </a:rPr>
              <a:t>纠正措施的跟踪与验证：</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对纠正措施的完成情况进行跟踪验证</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记录纠正措施的结果</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对纠正措施的结果作出评价</a:t>
            </a:r>
          </a:p>
          <a:p>
            <a:pPr indent="266700" defTabSz="914400">
              <a:lnSpc>
                <a:spcPct val="130000"/>
              </a:lnSpc>
              <a:buFont typeface="Arial" pitchFamily="34" charset="0"/>
              <a:buChar char="•"/>
              <a:defRPr/>
            </a:pPr>
            <a:r>
              <a:rPr lang="zh-CN" altLang="en-US" sz="1600" dirty="0" smtClean="0">
                <a:solidFill>
                  <a:srgbClr val="5C5C5C"/>
                </a:solidFill>
                <a:latin typeface="微软雅黑" pitchFamily="34" charset="-122"/>
                <a:ea typeface="微软雅黑" pitchFamily="34" charset="-122"/>
              </a:rPr>
              <a:t>提交纠正措施跟踪验证报告</a:t>
            </a:r>
          </a:p>
        </p:txBody>
      </p:sp>
      <p:sp>
        <p:nvSpPr>
          <p:cNvPr id="11" name="立方体 10"/>
          <p:cNvSpPr/>
          <p:nvPr/>
        </p:nvSpPr>
        <p:spPr>
          <a:xfrm>
            <a:off x="2786050" y="1147750"/>
            <a:ext cx="1533525" cy="349250"/>
          </a:xfrm>
          <a:prstGeom prst="cube">
            <a:avLst>
              <a:gd name="adj" fmla="val 42396"/>
            </a:avLst>
          </a:prstGeom>
          <a:solidFill>
            <a:srgbClr val="4AA8C2"/>
          </a:solidFill>
          <a:ln w="12700" cap="flat" cmpd="sng" algn="ctr">
            <a:noFill/>
            <a:prstDash val="solid"/>
          </a:ln>
          <a:effectLst/>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2" name="任意多边形 11"/>
          <p:cNvSpPr/>
          <p:nvPr/>
        </p:nvSpPr>
        <p:spPr>
          <a:xfrm rot="1708938">
            <a:off x="2851982" y="991505"/>
            <a:ext cx="648542" cy="1674582"/>
          </a:xfrm>
          <a:custGeom>
            <a:avLst/>
            <a:gdLst>
              <a:gd name="connsiteX0" fmla="*/ 48944 w 648542"/>
              <a:gd name="connsiteY0" fmla="*/ 1353790 h 1674582"/>
              <a:gd name="connsiteX1" fmla="*/ 48944 w 648542"/>
              <a:gd name="connsiteY1" fmla="*/ 1447008 h 1674582"/>
              <a:gd name="connsiteX2" fmla="*/ 558414 w 648542"/>
              <a:gd name="connsiteY2" fmla="*/ 1170592 h 1674582"/>
              <a:gd name="connsiteX3" fmla="*/ 574668 w 648542"/>
              <a:gd name="connsiteY3" fmla="*/ 1168889 h 1674582"/>
              <a:gd name="connsiteX4" fmla="*/ 566620 w 648542"/>
              <a:gd name="connsiteY4" fmla="*/ 1075769 h 1674582"/>
              <a:gd name="connsiteX5" fmla="*/ 55448 w 648542"/>
              <a:gd name="connsiteY5" fmla="*/ 1353108 h 1674582"/>
              <a:gd name="connsiteX6" fmla="*/ 48944 w 648542"/>
              <a:gd name="connsiteY6" fmla="*/ 1204840 h 1674582"/>
              <a:gd name="connsiteX7" fmla="*/ 48944 w 648542"/>
              <a:gd name="connsiteY7" fmla="*/ 1290072 h 1674582"/>
              <a:gd name="connsiteX8" fmla="*/ 539037 w 648542"/>
              <a:gd name="connsiteY8" fmla="*/ 1024169 h 1674582"/>
              <a:gd name="connsiteX9" fmla="*/ 561306 w 648542"/>
              <a:gd name="connsiteY9" fmla="*/ 1021836 h 1674582"/>
              <a:gd name="connsiteX10" fmla="*/ 562007 w 648542"/>
              <a:gd name="connsiteY10" fmla="*/ 1022405 h 1674582"/>
              <a:gd name="connsiteX11" fmla="*/ 554088 w 648542"/>
              <a:gd name="connsiteY11" fmla="*/ 930771 h 1674582"/>
              <a:gd name="connsiteX12" fmla="*/ 48944 w 648542"/>
              <a:gd name="connsiteY12" fmla="*/ 1049543 h 1674582"/>
              <a:gd name="connsiteX13" fmla="*/ 48944 w 648542"/>
              <a:gd name="connsiteY13" fmla="*/ 1138276 h 1674582"/>
              <a:gd name="connsiteX14" fmla="*/ 530262 w 648542"/>
              <a:gd name="connsiteY14" fmla="*/ 877134 h 1674582"/>
              <a:gd name="connsiteX15" fmla="*/ 549280 w 648542"/>
              <a:gd name="connsiteY15" fmla="*/ 875141 h 1674582"/>
              <a:gd name="connsiteX16" fmla="*/ 541268 w 648542"/>
              <a:gd name="connsiteY16" fmla="*/ 782430 h 1674582"/>
              <a:gd name="connsiteX17" fmla="*/ 48944 w 648542"/>
              <a:gd name="connsiteY17" fmla="*/ 887768 h 1674582"/>
              <a:gd name="connsiteX18" fmla="*/ 48944 w 648542"/>
              <a:gd name="connsiteY18" fmla="*/ 982978 h 1674582"/>
              <a:gd name="connsiteX19" fmla="*/ 523618 w 648542"/>
              <a:gd name="connsiteY19" fmla="*/ 725441 h 1674582"/>
              <a:gd name="connsiteX20" fmla="*/ 536228 w 648542"/>
              <a:gd name="connsiteY20" fmla="*/ 724119 h 1674582"/>
              <a:gd name="connsiteX21" fmla="*/ 528158 w 648542"/>
              <a:gd name="connsiteY21" fmla="*/ 630744 h 1674582"/>
              <a:gd name="connsiteX22" fmla="*/ 55744 w 648542"/>
              <a:gd name="connsiteY22" fmla="*/ 887055 h 1674582"/>
              <a:gd name="connsiteX23" fmla="*/ 48944 w 648542"/>
              <a:gd name="connsiteY23" fmla="*/ 735983 h 1674582"/>
              <a:gd name="connsiteX24" fmla="*/ 48944 w 648542"/>
              <a:gd name="connsiteY24" fmla="*/ 824180 h 1674582"/>
              <a:gd name="connsiteX25" fmla="*/ 506389 w 648542"/>
              <a:gd name="connsiteY25" fmla="*/ 575990 h 1674582"/>
              <a:gd name="connsiteX26" fmla="*/ 523273 w 648542"/>
              <a:gd name="connsiteY26" fmla="*/ 574221 h 1674582"/>
              <a:gd name="connsiteX27" fmla="*/ 515645 w 648542"/>
              <a:gd name="connsiteY27" fmla="*/ 485961 h 1674582"/>
              <a:gd name="connsiteX28" fmla="*/ 56230 w 648542"/>
              <a:gd name="connsiteY28" fmla="*/ 735219 h 1674582"/>
              <a:gd name="connsiteX29" fmla="*/ 48944 w 648542"/>
              <a:gd name="connsiteY29" fmla="*/ 602797 h 1674582"/>
              <a:gd name="connsiteX30" fmla="*/ 48944 w 648542"/>
              <a:gd name="connsiteY30" fmla="*/ 672607 h 1674582"/>
              <a:gd name="connsiteX31" fmla="*/ 494024 w 648542"/>
              <a:gd name="connsiteY31" fmla="*/ 431126 h 1674582"/>
              <a:gd name="connsiteX32" fmla="*/ 510754 w 648542"/>
              <a:gd name="connsiteY32" fmla="*/ 429373 h 1674582"/>
              <a:gd name="connsiteX33" fmla="*/ 504386 w 648542"/>
              <a:gd name="connsiteY33" fmla="*/ 355694 h 1674582"/>
              <a:gd name="connsiteX34" fmla="*/ 6130 w 648542"/>
              <a:gd name="connsiteY34" fmla="*/ 262880 h 1674582"/>
              <a:gd name="connsiteX35" fmla="*/ 20928 w 648542"/>
              <a:gd name="connsiteY35" fmla="*/ 256750 h 1674582"/>
              <a:gd name="connsiteX36" fmla="*/ 28016 w 648542"/>
              <a:gd name="connsiteY36" fmla="*/ 256750 h 1674582"/>
              <a:gd name="connsiteX37" fmla="*/ 48944 w 648542"/>
              <a:gd name="connsiteY37" fmla="*/ 277678 h 1674582"/>
              <a:gd name="connsiteX38" fmla="*/ 48944 w 648542"/>
              <a:gd name="connsiteY38" fmla="*/ 536232 h 1674582"/>
              <a:gd name="connsiteX39" fmla="*/ 479540 w 648542"/>
              <a:gd name="connsiteY39" fmla="*/ 302609 h 1674582"/>
              <a:gd name="connsiteX40" fmla="*/ 499617 w 648542"/>
              <a:gd name="connsiteY40" fmla="*/ 300505 h 1674582"/>
              <a:gd name="connsiteX41" fmla="*/ 475916 w 648542"/>
              <a:gd name="connsiteY41" fmla="*/ 26276 h 1674582"/>
              <a:gd name="connsiteX42" fmla="*/ 481356 w 648542"/>
              <a:gd name="connsiteY42" fmla="*/ 9085 h 1674582"/>
              <a:gd name="connsiteX43" fmla="*/ 497359 w 648542"/>
              <a:gd name="connsiteY43" fmla="*/ 776 h 1674582"/>
              <a:gd name="connsiteX44" fmla="*/ 505308 w 648542"/>
              <a:gd name="connsiteY44" fmla="*/ 88 h 1674582"/>
              <a:gd name="connsiteX45" fmla="*/ 530808 w 648542"/>
              <a:gd name="connsiteY45" fmla="*/ 21531 h 1674582"/>
              <a:gd name="connsiteX46" fmla="*/ 648454 w 648542"/>
              <a:gd name="connsiteY46" fmla="*/ 1382757 h 1674582"/>
              <a:gd name="connsiteX47" fmla="*/ 627011 w 648542"/>
              <a:gd name="connsiteY47" fmla="*/ 1408257 h 1674582"/>
              <a:gd name="connsiteX48" fmla="*/ 619062 w 648542"/>
              <a:gd name="connsiteY48" fmla="*/ 1408944 h 1674582"/>
              <a:gd name="connsiteX49" fmla="*/ 593561 w 648542"/>
              <a:gd name="connsiteY49" fmla="*/ 1387501 h 1674582"/>
              <a:gd name="connsiteX50" fmla="*/ 579576 w 648542"/>
              <a:gd name="connsiteY50" fmla="*/ 1225676 h 1674582"/>
              <a:gd name="connsiteX51" fmla="*/ 63001 w 648542"/>
              <a:gd name="connsiteY51" fmla="*/ 1505946 h 1674582"/>
              <a:gd name="connsiteX52" fmla="*/ 48944 w 648542"/>
              <a:gd name="connsiteY52" fmla="*/ 1507419 h 1674582"/>
              <a:gd name="connsiteX53" fmla="*/ 48944 w 648542"/>
              <a:gd name="connsiteY53" fmla="*/ 1653654 h 1674582"/>
              <a:gd name="connsiteX54" fmla="*/ 28016 w 648542"/>
              <a:gd name="connsiteY54" fmla="*/ 1674582 h 1674582"/>
              <a:gd name="connsiteX55" fmla="*/ 20928 w 648542"/>
              <a:gd name="connsiteY55" fmla="*/ 1674582 h 1674582"/>
              <a:gd name="connsiteX56" fmla="*/ 0 w 648542"/>
              <a:gd name="connsiteY56" fmla="*/ 1653654 h 1674582"/>
              <a:gd name="connsiteX57" fmla="*/ 0 w 648542"/>
              <a:gd name="connsiteY57" fmla="*/ 277678 h 1674582"/>
              <a:gd name="connsiteX58" fmla="*/ 6130 w 648542"/>
              <a:gd name="connsiteY58" fmla="*/ 262880 h 16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48542" h="1674582">
                <a:moveTo>
                  <a:pt x="48944" y="1353790"/>
                </a:moveTo>
                <a:lnTo>
                  <a:pt x="48944" y="1447008"/>
                </a:lnTo>
                <a:lnTo>
                  <a:pt x="558414" y="1170592"/>
                </a:lnTo>
                <a:lnTo>
                  <a:pt x="574668" y="1168889"/>
                </a:lnTo>
                <a:lnTo>
                  <a:pt x="566620" y="1075769"/>
                </a:lnTo>
                <a:lnTo>
                  <a:pt x="55448" y="1353108"/>
                </a:lnTo>
                <a:close/>
                <a:moveTo>
                  <a:pt x="48944" y="1204840"/>
                </a:moveTo>
                <a:lnTo>
                  <a:pt x="48944" y="1290072"/>
                </a:lnTo>
                <a:lnTo>
                  <a:pt x="539037" y="1024169"/>
                </a:lnTo>
                <a:cubicBezTo>
                  <a:pt x="546138" y="1020317"/>
                  <a:pt x="554128" y="1019707"/>
                  <a:pt x="561306" y="1021836"/>
                </a:cubicBezTo>
                <a:lnTo>
                  <a:pt x="562007" y="1022405"/>
                </a:lnTo>
                <a:lnTo>
                  <a:pt x="554088" y="930771"/>
                </a:lnTo>
                <a:close/>
                <a:moveTo>
                  <a:pt x="48944" y="1049543"/>
                </a:moveTo>
                <a:lnTo>
                  <a:pt x="48944" y="1138276"/>
                </a:lnTo>
                <a:lnTo>
                  <a:pt x="530262" y="877134"/>
                </a:lnTo>
                <a:lnTo>
                  <a:pt x="549280" y="875141"/>
                </a:lnTo>
                <a:lnTo>
                  <a:pt x="541268" y="782430"/>
                </a:lnTo>
                <a:close/>
                <a:moveTo>
                  <a:pt x="48944" y="887768"/>
                </a:moveTo>
                <a:lnTo>
                  <a:pt x="48944" y="982978"/>
                </a:lnTo>
                <a:lnTo>
                  <a:pt x="523618" y="725441"/>
                </a:lnTo>
                <a:lnTo>
                  <a:pt x="536228" y="724119"/>
                </a:lnTo>
                <a:lnTo>
                  <a:pt x="528158" y="630744"/>
                </a:lnTo>
                <a:lnTo>
                  <a:pt x="55744" y="887055"/>
                </a:lnTo>
                <a:close/>
                <a:moveTo>
                  <a:pt x="48944" y="735983"/>
                </a:moveTo>
                <a:lnTo>
                  <a:pt x="48944" y="824180"/>
                </a:lnTo>
                <a:lnTo>
                  <a:pt x="506389" y="575990"/>
                </a:lnTo>
                <a:lnTo>
                  <a:pt x="523273" y="574221"/>
                </a:lnTo>
                <a:lnTo>
                  <a:pt x="515645" y="485961"/>
                </a:lnTo>
                <a:lnTo>
                  <a:pt x="56230" y="735219"/>
                </a:lnTo>
                <a:close/>
                <a:moveTo>
                  <a:pt x="48944" y="602797"/>
                </a:moveTo>
                <a:lnTo>
                  <a:pt x="48944" y="672607"/>
                </a:lnTo>
                <a:lnTo>
                  <a:pt x="494024" y="431126"/>
                </a:lnTo>
                <a:lnTo>
                  <a:pt x="510754" y="429373"/>
                </a:lnTo>
                <a:lnTo>
                  <a:pt x="504386" y="355694"/>
                </a:lnTo>
                <a:close/>
                <a:moveTo>
                  <a:pt x="6130" y="262880"/>
                </a:moveTo>
                <a:cubicBezTo>
                  <a:pt x="9917" y="259093"/>
                  <a:pt x="15149" y="256750"/>
                  <a:pt x="20928" y="256750"/>
                </a:cubicBezTo>
                <a:lnTo>
                  <a:pt x="28016" y="256750"/>
                </a:lnTo>
                <a:cubicBezTo>
                  <a:pt x="39574" y="256750"/>
                  <a:pt x="48944" y="266120"/>
                  <a:pt x="48944" y="277678"/>
                </a:cubicBezTo>
                <a:lnTo>
                  <a:pt x="48944" y="536232"/>
                </a:lnTo>
                <a:lnTo>
                  <a:pt x="479540" y="302609"/>
                </a:lnTo>
                <a:lnTo>
                  <a:pt x="499617" y="300505"/>
                </a:lnTo>
                <a:lnTo>
                  <a:pt x="475916" y="26276"/>
                </a:lnTo>
                <a:cubicBezTo>
                  <a:pt x="475356" y="19794"/>
                  <a:pt x="477476" y="13699"/>
                  <a:pt x="481356" y="9085"/>
                </a:cubicBezTo>
                <a:cubicBezTo>
                  <a:pt x="485236" y="4470"/>
                  <a:pt x="490877" y="1336"/>
                  <a:pt x="497359" y="776"/>
                </a:cubicBezTo>
                <a:lnTo>
                  <a:pt x="505308" y="88"/>
                </a:lnTo>
                <a:cubicBezTo>
                  <a:pt x="518271" y="-1032"/>
                  <a:pt x="529688" y="8569"/>
                  <a:pt x="530808" y="21531"/>
                </a:cubicBezTo>
                <a:lnTo>
                  <a:pt x="648454" y="1382757"/>
                </a:lnTo>
                <a:cubicBezTo>
                  <a:pt x="649574" y="1395720"/>
                  <a:pt x="639974" y="1407137"/>
                  <a:pt x="627011" y="1408257"/>
                </a:cubicBezTo>
                <a:lnTo>
                  <a:pt x="619062" y="1408944"/>
                </a:lnTo>
                <a:cubicBezTo>
                  <a:pt x="606099" y="1410064"/>
                  <a:pt x="594682" y="1400464"/>
                  <a:pt x="593561" y="1387501"/>
                </a:cubicBezTo>
                <a:lnTo>
                  <a:pt x="579576" y="1225676"/>
                </a:lnTo>
                <a:lnTo>
                  <a:pt x="63001" y="1505946"/>
                </a:lnTo>
                <a:lnTo>
                  <a:pt x="48944" y="1507419"/>
                </a:lnTo>
                <a:lnTo>
                  <a:pt x="48944" y="1653654"/>
                </a:lnTo>
                <a:cubicBezTo>
                  <a:pt x="48944" y="1665212"/>
                  <a:pt x="39574" y="1674582"/>
                  <a:pt x="28016" y="1674582"/>
                </a:cubicBezTo>
                <a:lnTo>
                  <a:pt x="20928" y="1674582"/>
                </a:lnTo>
                <a:cubicBezTo>
                  <a:pt x="9370" y="1674582"/>
                  <a:pt x="0" y="1665212"/>
                  <a:pt x="0" y="1653654"/>
                </a:cubicBezTo>
                <a:lnTo>
                  <a:pt x="0" y="277678"/>
                </a:lnTo>
                <a:cubicBezTo>
                  <a:pt x="0" y="271899"/>
                  <a:pt x="2342" y="266667"/>
                  <a:pt x="6130" y="262880"/>
                </a:cubicBezTo>
                <a:close/>
              </a:path>
            </a:pathLst>
          </a:custGeom>
          <a:solidFill>
            <a:sysClr val="window" lastClr="FFFFFF">
              <a:lumMod val="75000"/>
            </a:sysClr>
          </a:solidFill>
          <a:ln w="25400" cap="flat" cmpd="sng" algn="ctr">
            <a:noFill/>
            <a:prstDash val="solid"/>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3" name="任意多边形 12"/>
          <p:cNvSpPr/>
          <p:nvPr/>
        </p:nvSpPr>
        <p:spPr>
          <a:xfrm rot="1708938">
            <a:off x="1848900" y="2272619"/>
            <a:ext cx="648542" cy="1674582"/>
          </a:xfrm>
          <a:custGeom>
            <a:avLst/>
            <a:gdLst>
              <a:gd name="connsiteX0" fmla="*/ 48944 w 648542"/>
              <a:gd name="connsiteY0" fmla="*/ 1353790 h 1674582"/>
              <a:gd name="connsiteX1" fmla="*/ 48944 w 648542"/>
              <a:gd name="connsiteY1" fmla="*/ 1447008 h 1674582"/>
              <a:gd name="connsiteX2" fmla="*/ 558414 w 648542"/>
              <a:gd name="connsiteY2" fmla="*/ 1170592 h 1674582"/>
              <a:gd name="connsiteX3" fmla="*/ 574668 w 648542"/>
              <a:gd name="connsiteY3" fmla="*/ 1168889 h 1674582"/>
              <a:gd name="connsiteX4" fmla="*/ 566620 w 648542"/>
              <a:gd name="connsiteY4" fmla="*/ 1075769 h 1674582"/>
              <a:gd name="connsiteX5" fmla="*/ 55448 w 648542"/>
              <a:gd name="connsiteY5" fmla="*/ 1353108 h 1674582"/>
              <a:gd name="connsiteX6" fmla="*/ 48944 w 648542"/>
              <a:gd name="connsiteY6" fmla="*/ 1204840 h 1674582"/>
              <a:gd name="connsiteX7" fmla="*/ 48944 w 648542"/>
              <a:gd name="connsiteY7" fmla="*/ 1290072 h 1674582"/>
              <a:gd name="connsiteX8" fmla="*/ 539037 w 648542"/>
              <a:gd name="connsiteY8" fmla="*/ 1024169 h 1674582"/>
              <a:gd name="connsiteX9" fmla="*/ 561306 w 648542"/>
              <a:gd name="connsiteY9" fmla="*/ 1021836 h 1674582"/>
              <a:gd name="connsiteX10" fmla="*/ 562007 w 648542"/>
              <a:gd name="connsiteY10" fmla="*/ 1022405 h 1674582"/>
              <a:gd name="connsiteX11" fmla="*/ 554088 w 648542"/>
              <a:gd name="connsiteY11" fmla="*/ 930771 h 1674582"/>
              <a:gd name="connsiteX12" fmla="*/ 48944 w 648542"/>
              <a:gd name="connsiteY12" fmla="*/ 1049543 h 1674582"/>
              <a:gd name="connsiteX13" fmla="*/ 48944 w 648542"/>
              <a:gd name="connsiteY13" fmla="*/ 1138276 h 1674582"/>
              <a:gd name="connsiteX14" fmla="*/ 530262 w 648542"/>
              <a:gd name="connsiteY14" fmla="*/ 877134 h 1674582"/>
              <a:gd name="connsiteX15" fmla="*/ 549280 w 648542"/>
              <a:gd name="connsiteY15" fmla="*/ 875141 h 1674582"/>
              <a:gd name="connsiteX16" fmla="*/ 541268 w 648542"/>
              <a:gd name="connsiteY16" fmla="*/ 782430 h 1674582"/>
              <a:gd name="connsiteX17" fmla="*/ 48944 w 648542"/>
              <a:gd name="connsiteY17" fmla="*/ 887768 h 1674582"/>
              <a:gd name="connsiteX18" fmla="*/ 48944 w 648542"/>
              <a:gd name="connsiteY18" fmla="*/ 982978 h 1674582"/>
              <a:gd name="connsiteX19" fmla="*/ 523618 w 648542"/>
              <a:gd name="connsiteY19" fmla="*/ 725441 h 1674582"/>
              <a:gd name="connsiteX20" fmla="*/ 536228 w 648542"/>
              <a:gd name="connsiteY20" fmla="*/ 724119 h 1674582"/>
              <a:gd name="connsiteX21" fmla="*/ 528158 w 648542"/>
              <a:gd name="connsiteY21" fmla="*/ 630744 h 1674582"/>
              <a:gd name="connsiteX22" fmla="*/ 55744 w 648542"/>
              <a:gd name="connsiteY22" fmla="*/ 887055 h 1674582"/>
              <a:gd name="connsiteX23" fmla="*/ 48944 w 648542"/>
              <a:gd name="connsiteY23" fmla="*/ 735983 h 1674582"/>
              <a:gd name="connsiteX24" fmla="*/ 48944 w 648542"/>
              <a:gd name="connsiteY24" fmla="*/ 824180 h 1674582"/>
              <a:gd name="connsiteX25" fmla="*/ 506389 w 648542"/>
              <a:gd name="connsiteY25" fmla="*/ 575990 h 1674582"/>
              <a:gd name="connsiteX26" fmla="*/ 523273 w 648542"/>
              <a:gd name="connsiteY26" fmla="*/ 574221 h 1674582"/>
              <a:gd name="connsiteX27" fmla="*/ 515645 w 648542"/>
              <a:gd name="connsiteY27" fmla="*/ 485961 h 1674582"/>
              <a:gd name="connsiteX28" fmla="*/ 56230 w 648542"/>
              <a:gd name="connsiteY28" fmla="*/ 735219 h 1674582"/>
              <a:gd name="connsiteX29" fmla="*/ 48944 w 648542"/>
              <a:gd name="connsiteY29" fmla="*/ 602797 h 1674582"/>
              <a:gd name="connsiteX30" fmla="*/ 48944 w 648542"/>
              <a:gd name="connsiteY30" fmla="*/ 672607 h 1674582"/>
              <a:gd name="connsiteX31" fmla="*/ 494024 w 648542"/>
              <a:gd name="connsiteY31" fmla="*/ 431126 h 1674582"/>
              <a:gd name="connsiteX32" fmla="*/ 510754 w 648542"/>
              <a:gd name="connsiteY32" fmla="*/ 429373 h 1674582"/>
              <a:gd name="connsiteX33" fmla="*/ 504386 w 648542"/>
              <a:gd name="connsiteY33" fmla="*/ 355694 h 1674582"/>
              <a:gd name="connsiteX34" fmla="*/ 6130 w 648542"/>
              <a:gd name="connsiteY34" fmla="*/ 262880 h 1674582"/>
              <a:gd name="connsiteX35" fmla="*/ 20928 w 648542"/>
              <a:gd name="connsiteY35" fmla="*/ 256750 h 1674582"/>
              <a:gd name="connsiteX36" fmla="*/ 28016 w 648542"/>
              <a:gd name="connsiteY36" fmla="*/ 256750 h 1674582"/>
              <a:gd name="connsiteX37" fmla="*/ 48944 w 648542"/>
              <a:gd name="connsiteY37" fmla="*/ 277678 h 1674582"/>
              <a:gd name="connsiteX38" fmla="*/ 48944 w 648542"/>
              <a:gd name="connsiteY38" fmla="*/ 536232 h 1674582"/>
              <a:gd name="connsiteX39" fmla="*/ 479540 w 648542"/>
              <a:gd name="connsiteY39" fmla="*/ 302609 h 1674582"/>
              <a:gd name="connsiteX40" fmla="*/ 499617 w 648542"/>
              <a:gd name="connsiteY40" fmla="*/ 300505 h 1674582"/>
              <a:gd name="connsiteX41" fmla="*/ 475916 w 648542"/>
              <a:gd name="connsiteY41" fmla="*/ 26276 h 1674582"/>
              <a:gd name="connsiteX42" fmla="*/ 481356 w 648542"/>
              <a:gd name="connsiteY42" fmla="*/ 9085 h 1674582"/>
              <a:gd name="connsiteX43" fmla="*/ 497359 w 648542"/>
              <a:gd name="connsiteY43" fmla="*/ 776 h 1674582"/>
              <a:gd name="connsiteX44" fmla="*/ 505308 w 648542"/>
              <a:gd name="connsiteY44" fmla="*/ 88 h 1674582"/>
              <a:gd name="connsiteX45" fmla="*/ 530808 w 648542"/>
              <a:gd name="connsiteY45" fmla="*/ 21531 h 1674582"/>
              <a:gd name="connsiteX46" fmla="*/ 648454 w 648542"/>
              <a:gd name="connsiteY46" fmla="*/ 1382757 h 1674582"/>
              <a:gd name="connsiteX47" fmla="*/ 627011 w 648542"/>
              <a:gd name="connsiteY47" fmla="*/ 1408257 h 1674582"/>
              <a:gd name="connsiteX48" fmla="*/ 619062 w 648542"/>
              <a:gd name="connsiteY48" fmla="*/ 1408944 h 1674582"/>
              <a:gd name="connsiteX49" fmla="*/ 593561 w 648542"/>
              <a:gd name="connsiteY49" fmla="*/ 1387501 h 1674582"/>
              <a:gd name="connsiteX50" fmla="*/ 579576 w 648542"/>
              <a:gd name="connsiteY50" fmla="*/ 1225676 h 1674582"/>
              <a:gd name="connsiteX51" fmla="*/ 63001 w 648542"/>
              <a:gd name="connsiteY51" fmla="*/ 1505946 h 1674582"/>
              <a:gd name="connsiteX52" fmla="*/ 48944 w 648542"/>
              <a:gd name="connsiteY52" fmla="*/ 1507419 h 1674582"/>
              <a:gd name="connsiteX53" fmla="*/ 48944 w 648542"/>
              <a:gd name="connsiteY53" fmla="*/ 1653654 h 1674582"/>
              <a:gd name="connsiteX54" fmla="*/ 28016 w 648542"/>
              <a:gd name="connsiteY54" fmla="*/ 1674582 h 1674582"/>
              <a:gd name="connsiteX55" fmla="*/ 20928 w 648542"/>
              <a:gd name="connsiteY55" fmla="*/ 1674582 h 1674582"/>
              <a:gd name="connsiteX56" fmla="*/ 0 w 648542"/>
              <a:gd name="connsiteY56" fmla="*/ 1653654 h 1674582"/>
              <a:gd name="connsiteX57" fmla="*/ 0 w 648542"/>
              <a:gd name="connsiteY57" fmla="*/ 277678 h 1674582"/>
              <a:gd name="connsiteX58" fmla="*/ 6130 w 648542"/>
              <a:gd name="connsiteY58" fmla="*/ 262880 h 167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48542" h="1674582">
                <a:moveTo>
                  <a:pt x="48944" y="1353790"/>
                </a:moveTo>
                <a:lnTo>
                  <a:pt x="48944" y="1447008"/>
                </a:lnTo>
                <a:lnTo>
                  <a:pt x="558414" y="1170592"/>
                </a:lnTo>
                <a:lnTo>
                  <a:pt x="574668" y="1168889"/>
                </a:lnTo>
                <a:lnTo>
                  <a:pt x="566620" y="1075769"/>
                </a:lnTo>
                <a:lnTo>
                  <a:pt x="55448" y="1353108"/>
                </a:lnTo>
                <a:close/>
                <a:moveTo>
                  <a:pt x="48944" y="1204840"/>
                </a:moveTo>
                <a:lnTo>
                  <a:pt x="48944" y="1290072"/>
                </a:lnTo>
                <a:lnTo>
                  <a:pt x="539037" y="1024169"/>
                </a:lnTo>
                <a:cubicBezTo>
                  <a:pt x="546138" y="1020317"/>
                  <a:pt x="554128" y="1019707"/>
                  <a:pt x="561306" y="1021836"/>
                </a:cubicBezTo>
                <a:lnTo>
                  <a:pt x="562007" y="1022405"/>
                </a:lnTo>
                <a:lnTo>
                  <a:pt x="554088" y="930771"/>
                </a:lnTo>
                <a:close/>
                <a:moveTo>
                  <a:pt x="48944" y="1049543"/>
                </a:moveTo>
                <a:lnTo>
                  <a:pt x="48944" y="1138276"/>
                </a:lnTo>
                <a:lnTo>
                  <a:pt x="530262" y="877134"/>
                </a:lnTo>
                <a:lnTo>
                  <a:pt x="549280" y="875141"/>
                </a:lnTo>
                <a:lnTo>
                  <a:pt x="541268" y="782430"/>
                </a:lnTo>
                <a:close/>
                <a:moveTo>
                  <a:pt x="48944" y="887768"/>
                </a:moveTo>
                <a:lnTo>
                  <a:pt x="48944" y="982978"/>
                </a:lnTo>
                <a:lnTo>
                  <a:pt x="523618" y="725441"/>
                </a:lnTo>
                <a:lnTo>
                  <a:pt x="536228" y="724119"/>
                </a:lnTo>
                <a:lnTo>
                  <a:pt x="528158" y="630744"/>
                </a:lnTo>
                <a:lnTo>
                  <a:pt x="55744" y="887055"/>
                </a:lnTo>
                <a:close/>
                <a:moveTo>
                  <a:pt x="48944" y="735983"/>
                </a:moveTo>
                <a:lnTo>
                  <a:pt x="48944" y="824180"/>
                </a:lnTo>
                <a:lnTo>
                  <a:pt x="506389" y="575990"/>
                </a:lnTo>
                <a:lnTo>
                  <a:pt x="523273" y="574221"/>
                </a:lnTo>
                <a:lnTo>
                  <a:pt x="515645" y="485961"/>
                </a:lnTo>
                <a:lnTo>
                  <a:pt x="56230" y="735219"/>
                </a:lnTo>
                <a:close/>
                <a:moveTo>
                  <a:pt x="48944" y="602797"/>
                </a:moveTo>
                <a:lnTo>
                  <a:pt x="48944" y="672607"/>
                </a:lnTo>
                <a:lnTo>
                  <a:pt x="494024" y="431126"/>
                </a:lnTo>
                <a:lnTo>
                  <a:pt x="510754" y="429373"/>
                </a:lnTo>
                <a:lnTo>
                  <a:pt x="504386" y="355694"/>
                </a:lnTo>
                <a:close/>
                <a:moveTo>
                  <a:pt x="6130" y="262880"/>
                </a:moveTo>
                <a:cubicBezTo>
                  <a:pt x="9917" y="259093"/>
                  <a:pt x="15149" y="256750"/>
                  <a:pt x="20928" y="256750"/>
                </a:cubicBezTo>
                <a:lnTo>
                  <a:pt x="28016" y="256750"/>
                </a:lnTo>
                <a:cubicBezTo>
                  <a:pt x="39574" y="256750"/>
                  <a:pt x="48944" y="266120"/>
                  <a:pt x="48944" y="277678"/>
                </a:cubicBezTo>
                <a:lnTo>
                  <a:pt x="48944" y="536232"/>
                </a:lnTo>
                <a:lnTo>
                  <a:pt x="479540" y="302609"/>
                </a:lnTo>
                <a:lnTo>
                  <a:pt x="499617" y="300505"/>
                </a:lnTo>
                <a:lnTo>
                  <a:pt x="475916" y="26276"/>
                </a:lnTo>
                <a:cubicBezTo>
                  <a:pt x="475356" y="19794"/>
                  <a:pt x="477476" y="13699"/>
                  <a:pt x="481356" y="9085"/>
                </a:cubicBezTo>
                <a:cubicBezTo>
                  <a:pt x="485236" y="4470"/>
                  <a:pt x="490877" y="1336"/>
                  <a:pt x="497359" y="776"/>
                </a:cubicBezTo>
                <a:lnTo>
                  <a:pt x="505308" y="88"/>
                </a:lnTo>
                <a:cubicBezTo>
                  <a:pt x="518271" y="-1032"/>
                  <a:pt x="529688" y="8569"/>
                  <a:pt x="530808" y="21531"/>
                </a:cubicBezTo>
                <a:lnTo>
                  <a:pt x="648454" y="1382757"/>
                </a:lnTo>
                <a:cubicBezTo>
                  <a:pt x="649574" y="1395720"/>
                  <a:pt x="639974" y="1407137"/>
                  <a:pt x="627011" y="1408257"/>
                </a:cubicBezTo>
                <a:lnTo>
                  <a:pt x="619062" y="1408944"/>
                </a:lnTo>
                <a:cubicBezTo>
                  <a:pt x="606099" y="1410064"/>
                  <a:pt x="594682" y="1400464"/>
                  <a:pt x="593561" y="1387501"/>
                </a:cubicBezTo>
                <a:lnTo>
                  <a:pt x="579576" y="1225676"/>
                </a:lnTo>
                <a:lnTo>
                  <a:pt x="63001" y="1505946"/>
                </a:lnTo>
                <a:lnTo>
                  <a:pt x="48944" y="1507419"/>
                </a:lnTo>
                <a:lnTo>
                  <a:pt x="48944" y="1653654"/>
                </a:lnTo>
                <a:cubicBezTo>
                  <a:pt x="48944" y="1665212"/>
                  <a:pt x="39574" y="1674582"/>
                  <a:pt x="28016" y="1674582"/>
                </a:cubicBezTo>
                <a:lnTo>
                  <a:pt x="20928" y="1674582"/>
                </a:lnTo>
                <a:cubicBezTo>
                  <a:pt x="9370" y="1674582"/>
                  <a:pt x="0" y="1665212"/>
                  <a:pt x="0" y="1653654"/>
                </a:cubicBezTo>
                <a:lnTo>
                  <a:pt x="0" y="277678"/>
                </a:lnTo>
                <a:cubicBezTo>
                  <a:pt x="0" y="271899"/>
                  <a:pt x="2342" y="266667"/>
                  <a:pt x="6130" y="262880"/>
                </a:cubicBezTo>
                <a:close/>
              </a:path>
            </a:pathLst>
          </a:custGeom>
          <a:solidFill>
            <a:sysClr val="window" lastClr="FFFFFF">
              <a:lumMod val="75000"/>
            </a:sysClr>
          </a:solidFill>
          <a:ln w="25400" cap="flat" cmpd="sng" algn="ctr">
            <a:noFill/>
            <a:prstDash val="solid"/>
          </a:ln>
          <a:effectLst>
            <a:outerShdw blurRad="50800" dist="38100" dir="5400000" algn="t" rotWithShape="0">
              <a:prstClr val="black">
                <a:alpha val="40000"/>
              </a:prstClr>
            </a:outerShdw>
          </a:effectLst>
          <a:scene3d>
            <a:camera prst="orthographicFront">
              <a:rot lat="0" lon="0" rev="0"/>
            </a:camera>
            <a:lightRig rig="balanced" dir="t">
              <a:rot lat="0" lon="0" rev="8700000"/>
            </a:lightRig>
          </a:scene3d>
          <a:sp3d>
            <a:bevelT w="190500" h="38100"/>
          </a:sp3d>
        </p:spPr>
        <p:txBody>
          <a:bodyPr anchor="ctr"/>
          <a:lstStyle/>
          <a:p>
            <a:pPr algn="ctr" eaLnBrk="1" fontAlgn="auto" hangingPunct="1">
              <a:spcBef>
                <a:spcPts val="0"/>
              </a:spcBef>
              <a:spcAft>
                <a:spcPts val="0"/>
              </a:spcAft>
              <a:defRPr/>
            </a:pPr>
            <a:endParaRPr lang="zh-CN" altLang="en-US" sz="1350" kern="0" dirty="0">
              <a:solidFill>
                <a:sysClr val="window" lastClr="FFFFFF"/>
              </a:solidFill>
              <a:latin typeface="Calibri"/>
              <a:ea typeface="微软雅黑" pitchFamily="34" charset="-122"/>
            </a:endParaRPr>
          </a:p>
        </p:txBody>
      </p:sp>
      <p:sp>
        <p:nvSpPr>
          <p:cNvPr id="14" name="TextBox 13"/>
          <p:cNvSpPr txBox="1"/>
          <p:nvPr/>
        </p:nvSpPr>
        <p:spPr>
          <a:xfrm>
            <a:off x="2928926" y="719122"/>
            <a:ext cx="1428760" cy="455125"/>
          </a:xfrm>
          <a:prstGeom prst="rect">
            <a:avLst/>
          </a:prstGeom>
          <a:noFill/>
        </p:spPr>
        <p:txBody>
          <a:bodyPr wrap="square" rtlCol="0">
            <a:spAutoFit/>
          </a:bodyPr>
          <a:lstStyle/>
          <a:p>
            <a:pPr>
              <a:lnSpc>
                <a:spcPct val="130000"/>
              </a:lnSpc>
              <a:defRPr/>
            </a:pPr>
            <a:r>
              <a:rPr lang="zh-CN" altLang="en-US" kern="0" dirty="0" smtClean="0">
                <a:solidFill>
                  <a:srgbClr val="5FB2C9"/>
                </a:solidFill>
                <a:latin typeface="微软雅黑" pitchFamily="34" charset="-122"/>
                <a:ea typeface="微软雅黑" pitchFamily="34" charset="-122"/>
              </a:rPr>
              <a:t>第三阶段</a:t>
            </a:r>
          </a:p>
        </p:txBody>
      </p:sp>
      <p:pic>
        <p:nvPicPr>
          <p:cNvPr id="15" name="Picture 4"/>
          <p:cNvPicPr>
            <a:picLocks noChangeAspect="1" noChangeArrowheads="1"/>
          </p:cNvPicPr>
          <p:nvPr/>
        </p:nvPicPr>
        <p:blipFill>
          <a:blip r:embed="rId2" cstate="print"/>
          <a:srcRect/>
          <a:stretch>
            <a:fillRect/>
          </a:stretch>
        </p:blipFill>
        <p:spPr bwMode="auto">
          <a:xfrm>
            <a:off x="6357950" y="1076312"/>
            <a:ext cx="2571768" cy="3643338"/>
          </a:xfrm>
          <a:prstGeom prst="rect">
            <a:avLst/>
          </a:prstGeom>
          <a:noFill/>
        </p:spPr>
      </p:pic>
      <p:sp>
        <p:nvSpPr>
          <p:cNvPr id="16" name="TextBox 15"/>
          <p:cNvSpPr txBox="1"/>
          <p:nvPr/>
        </p:nvSpPr>
        <p:spPr>
          <a:xfrm>
            <a:off x="357158" y="4742"/>
            <a:ext cx="6143668" cy="658167"/>
          </a:xfrm>
          <a:prstGeom prst="rect">
            <a:avLst/>
          </a:prstGeom>
          <a:noFill/>
        </p:spPr>
        <p:txBody>
          <a:bodyPr wrap="square" lIns="103163" tIns="51581" rIns="103163" bIns="51581" rtlCol="0">
            <a:spAutoFit/>
          </a:bodyPr>
          <a:lstStyle/>
          <a:p>
            <a:pPr>
              <a:lnSpc>
                <a:spcPct val="150000"/>
              </a:lnSpc>
              <a:buFontTx/>
              <a:buNone/>
            </a:pPr>
            <a:r>
              <a:rPr lang="en-US" altLang="zh-CN" sz="2400" dirty="0" smtClean="0">
                <a:solidFill>
                  <a:schemeClr val="bg1"/>
                </a:solidFill>
              </a:rPr>
              <a:t>3.1</a:t>
            </a:r>
            <a:r>
              <a:rPr lang="zh-CN" altLang="en-US" sz="2400" dirty="0" smtClean="0">
                <a:solidFill>
                  <a:schemeClr val="bg1"/>
                </a:solidFill>
              </a:rPr>
              <a:t>纠正和预防措施的跟踪和验证阶段</a:t>
            </a:r>
            <a:endParaRPr lang="zh-CN" altLang="en-US" sz="2400" dirty="0">
              <a:solidFill>
                <a:schemeClr val="bg1"/>
              </a:solidFill>
            </a:endParaRPr>
          </a:p>
        </p:txBody>
      </p:sp>
    </p:spTree>
  </p:cSld>
  <p:clrMapOvr>
    <a:masterClrMapping/>
  </p:clrMapOvr>
  <p:transition advClick="0"/>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85720" y="647685"/>
            <a:ext cx="8416925" cy="4857784"/>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所有的纠正措施都必须做跟踪验证</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不合格项必须关闭</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根据不合格的性质和程度跟踪验证可以采取不同的方式</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、现场跟踪验证（跟踪审核）</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、对纠正措施的实施记录</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证据进行跟踪验证</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     </a:t>
            </a:r>
            <a:r>
              <a:rPr kumimoji="0" lang="en-US" altLang="zh-CN" sz="1800" b="0" i="0" u="none" strike="noStrike" kern="1200" cap="none" spc="0" normalizeH="0" baseline="0" noProof="0" dirty="0" smtClean="0">
                <a:ln>
                  <a:noFill/>
                </a:ln>
                <a:solidFill>
                  <a:schemeClr val="tx1"/>
                </a:solidFill>
                <a:effectLst/>
                <a:uLnTx/>
                <a:uFillTx/>
                <a:latin typeface="+mn-lt"/>
                <a:ea typeface="+mn-ea"/>
                <a:cs typeface="+mn-cs"/>
              </a:rPr>
              <a:t>3</a:t>
            </a: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、在下次审核时进行跟踪验证</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问题对质量管理体系影响不大，但短期内采取纠正措施有难度时，可以先提出计划</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schemeClr val="tx1"/>
                </a:solidFill>
                <a:effectLst/>
                <a:uLnTx/>
                <a:uFillTx/>
                <a:latin typeface="+mn-lt"/>
                <a:ea typeface="+mn-ea"/>
                <a:cs typeface="+mn-cs"/>
              </a:rPr>
              <a:t>纠正措施完成的期限</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     </a:t>
            </a:r>
            <a:r>
              <a:rPr kumimoji="0" lang="en-US" altLang="zh-CN" sz="1800" b="0" i="0" u="none" strike="noStrike" kern="1200" cap="none" spc="0" normalizeH="0" baseline="0" noProof="0" dirty="0" smtClean="0">
                <a:ln>
                  <a:noFill/>
                </a:ln>
                <a:solidFill>
                  <a:srgbClr val="FF0000"/>
                </a:solidFill>
                <a:effectLst/>
                <a:uLnTx/>
                <a:uFillTx/>
                <a:latin typeface="+mn-lt"/>
                <a:ea typeface="+mn-ea"/>
                <a:cs typeface="+mn-cs"/>
              </a:rPr>
              <a:t>1</a:t>
            </a: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、严重（主要）不合格               一般要求三个月内</a:t>
            </a:r>
          </a:p>
          <a:p>
            <a:pPr marL="386860" marR="0" lvl="0" indent="-386860" algn="l" defTabSz="1031626" rtl="0" eaLnBrk="1" fontAlgn="auto" latinLnBrk="0" hangingPunct="1">
              <a:lnSpc>
                <a:spcPct val="150000"/>
              </a:lnSpc>
              <a:spcBef>
                <a:spcPct val="20000"/>
              </a:spcBef>
              <a:spcAft>
                <a:spcPts val="0"/>
              </a:spcAft>
              <a:buClrTx/>
              <a:buSzTx/>
              <a:buFontTx/>
              <a:buNone/>
              <a:tabLst/>
              <a:defRPr/>
            </a:pP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     </a:t>
            </a:r>
            <a:r>
              <a:rPr kumimoji="0" lang="en-US" altLang="zh-CN" sz="1800" b="0" i="0" u="none" strike="noStrike" kern="1200" cap="none" spc="0" normalizeH="0" baseline="0" noProof="0" dirty="0" smtClean="0">
                <a:ln>
                  <a:noFill/>
                </a:ln>
                <a:solidFill>
                  <a:srgbClr val="FF0000"/>
                </a:solidFill>
                <a:effectLst/>
                <a:uLnTx/>
                <a:uFillTx/>
                <a:latin typeface="+mn-lt"/>
                <a:ea typeface="+mn-ea"/>
                <a:cs typeface="+mn-cs"/>
              </a:rPr>
              <a:t>2</a:t>
            </a:r>
            <a:r>
              <a:rPr kumimoji="0" lang="zh-CN" altLang="en-US" sz="1800" b="0" i="0" u="none" strike="noStrike" kern="1200" cap="none" spc="0" normalizeH="0" baseline="0" noProof="0" dirty="0" smtClean="0">
                <a:ln>
                  <a:noFill/>
                </a:ln>
                <a:solidFill>
                  <a:srgbClr val="FF0000"/>
                </a:solidFill>
                <a:effectLst/>
                <a:uLnTx/>
                <a:uFillTx/>
                <a:latin typeface="+mn-lt"/>
                <a:ea typeface="+mn-ea"/>
                <a:cs typeface="+mn-cs"/>
              </a:rPr>
              <a:t>、一般（次要）不合格               一般要求一个月内</a:t>
            </a:r>
            <a:endParaRPr kumimoji="0" lang="zh-CN" altLang="en-US" sz="1800" b="0" i="0" u="none" strike="noStrike" kern="1200" cap="none" spc="0" normalizeH="0" baseline="0" noProof="0" dirty="0">
              <a:ln>
                <a:noFill/>
              </a:ln>
              <a:solidFill>
                <a:srgbClr val="FF0000"/>
              </a:solidFill>
              <a:effectLst/>
              <a:uLnTx/>
              <a:uFillTx/>
              <a:latin typeface="+mn-lt"/>
              <a:ea typeface="+mn-ea"/>
              <a:cs typeface="+mn-cs"/>
            </a:endParaRPr>
          </a:p>
        </p:txBody>
      </p:sp>
      <p:sp>
        <p:nvSpPr>
          <p:cNvPr id="3" name="矩形 2"/>
          <p:cNvSpPr/>
          <p:nvPr/>
        </p:nvSpPr>
        <p:spPr>
          <a:xfrm>
            <a:off x="357158" y="76180"/>
            <a:ext cx="4289957" cy="461665"/>
          </a:xfrm>
          <a:prstGeom prst="rect">
            <a:avLst/>
          </a:prstGeom>
        </p:spPr>
        <p:txBody>
          <a:bodyPr wrap="none">
            <a:spAutoFit/>
          </a:bodyPr>
          <a:lstStyle/>
          <a:p>
            <a:pPr marL="386860" lvl="0" indent="-386860">
              <a:spcBef>
                <a:spcPct val="20000"/>
              </a:spcBef>
              <a:defRPr/>
            </a:pPr>
            <a:r>
              <a:rPr lang="en-US" altLang="zh-CN" sz="2400" b="1" dirty="0" smtClean="0">
                <a:solidFill>
                  <a:schemeClr val="bg1"/>
                </a:solidFill>
              </a:rPr>
              <a:t>3.2</a:t>
            </a:r>
            <a:r>
              <a:rPr lang="zh-CN" altLang="en-US" sz="2400" b="1" dirty="0" smtClean="0">
                <a:solidFill>
                  <a:schemeClr val="bg1"/>
                </a:solidFill>
              </a:rPr>
              <a:t>纠正措施验证的原则和方式</a:t>
            </a:r>
          </a:p>
        </p:txBody>
      </p:sp>
    </p:spTree>
  </p:cSld>
  <p:clrMapOvr>
    <a:masterClrMapping/>
  </p:clrMapOvr>
  <p:transition advClick="0"/>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00034" y="147618"/>
            <a:ext cx="3786214" cy="461665"/>
          </a:xfrm>
          <a:prstGeom prst="rect">
            <a:avLst/>
          </a:prstGeom>
        </p:spPr>
        <p:txBody>
          <a:bodyPr wrap="square">
            <a:spAutoFit/>
          </a:bodyPr>
          <a:lstStyle/>
          <a:p>
            <a:r>
              <a:rPr lang="en-US" altLang="zh-CN" sz="2400" b="1" dirty="0" smtClean="0">
                <a:solidFill>
                  <a:schemeClr val="bg1"/>
                </a:solidFill>
              </a:rPr>
              <a:t>3.3 </a:t>
            </a:r>
            <a:r>
              <a:rPr lang="zh-CN" altLang="en-US" sz="2400" b="1" dirty="0" smtClean="0">
                <a:solidFill>
                  <a:schemeClr val="bg1"/>
                </a:solidFill>
              </a:rPr>
              <a:t>纠正措施的有效性评价</a:t>
            </a:r>
            <a:endParaRPr lang="zh-CN" altLang="en-US" sz="2400" dirty="0">
              <a:solidFill>
                <a:schemeClr val="bg1"/>
              </a:solidFill>
            </a:endParaRPr>
          </a:p>
        </p:txBody>
      </p:sp>
      <p:sp>
        <p:nvSpPr>
          <p:cNvPr id="3" name="Rectangle 3"/>
          <p:cNvSpPr txBox="1">
            <a:spLocks noChangeArrowheads="1"/>
          </p:cNvSpPr>
          <p:nvPr/>
        </p:nvSpPr>
        <p:spPr>
          <a:xfrm>
            <a:off x="357158" y="861998"/>
            <a:ext cx="4500594" cy="3214710"/>
          </a:xfrm>
          <a:prstGeom prst="rect">
            <a:avLst/>
          </a:prstGeom>
        </p:spPr>
        <p:txBody>
          <a:bodyPr vert="horz" lIns="103163" tIns="51581" rIns="103163" bIns="51581" rtlCol="0">
            <a:normAutofit/>
          </a:bodyPr>
          <a:lstStyle/>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不合格原因是否已准确地确定</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是否针对原因确定了纠正措施</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每一项措施是否都已按期实施</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实施的结果是否有记录</a:t>
            </a:r>
          </a:p>
          <a:p>
            <a:pPr marL="386860" marR="0" lvl="0" indent="-386860" algn="l" defTabSz="1031626" rtl="0" eaLnBrk="1" fontAlgn="auto" latinLnBrk="0" hangingPunct="1">
              <a:lnSpc>
                <a:spcPct val="150000"/>
              </a:lnSpc>
              <a:spcBef>
                <a:spcPct val="20000"/>
              </a:spcBef>
              <a:spcAft>
                <a:spcPts val="0"/>
              </a:spcAft>
              <a:buClrTx/>
              <a:buSzTx/>
              <a:buFont typeface="Arial" pitchFamily="34" charset="0"/>
              <a:buChar char="•"/>
              <a:tabLst/>
              <a:defRPr/>
            </a:pPr>
            <a:r>
              <a:rPr kumimoji="0" lang="zh-CN" altLang="en-US" b="0" i="0" u="none" strike="noStrike" kern="1200" cap="none" spc="0" normalizeH="0" baseline="0" noProof="0" dirty="0" smtClean="0">
                <a:ln>
                  <a:noFill/>
                </a:ln>
                <a:solidFill>
                  <a:schemeClr val="tx1"/>
                </a:solidFill>
                <a:effectLst/>
                <a:uLnTx/>
                <a:uFillTx/>
                <a:latin typeface="+mn-lt"/>
                <a:ea typeface="+mn-ea"/>
                <a:cs typeface="+mn-cs"/>
              </a:rPr>
              <a:t>结果是否有效（防止再发生、包括改进）</a:t>
            </a:r>
            <a:endParaRPr kumimoji="0" lang="zh-CN" altLang="en-US" b="0" i="0" u="none" strike="noStrike" kern="1200" cap="none" spc="0" normalizeH="0" baseline="0" noProof="0" dirty="0">
              <a:ln>
                <a:noFill/>
              </a:ln>
              <a:solidFill>
                <a:schemeClr val="tx1"/>
              </a:solidFill>
              <a:effectLst/>
              <a:uLnTx/>
              <a:uFillTx/>
              <a:latin typeface="+mn-lt"/>
              <a:ea typeface="+mn-ea"/>
              <a:cs typeface="+mn-cs"/>
            </a:endParaRPr>
          </a:p>
        </p:txBody>
      </p:sp>
      <p:pic>
        <p:nvPicPr>
          <p:cNvPr id="4" name="Picture 5"/>
          <p:cNvPicPr>
            <a:picLocks noChangeAspect="1" noChangeArrowheads="1"/>
          </p:cNvPicPr>
          <p:nvPr/>
        </p:nvPicPr>
        <p:blipFill>
          <a:blip r:embed="rId2" cstate="print"/>
          <a:srcRect/>
          <a:stretch>
            <a:fillRect/>
          </a:stretch>
        </p:blipFill>
        <p:spPr bwMode="auto">
          <a:xfrm>
            <a:off x="5572132" y="2290758"/>
            <a:ext cx="2566595" cy="3257556"/>
          </a:xfrm>
          <a:prstGeom prst="rect">
            <a:avLst/>
          </a:prstGeom>
          <a:noFill/>
        </p:spPr>
      </p:pic>
      <p:sp>
        <p:nvSpPr>
          <p:cNvPr id="5" name="动作按钮: 开始 4">
            <a:hlinkClick r:id="rId3" action="ppaction://hlinksldjump" highlightClick="1"/>
          </p:cNvPr>
          <p:cNvSpPr/>
          <p:nvPr/>
        </p:nvSpPr>
        <p:spPr>
          <a:xfrm>
            <a:off x="8429652" y="5291154"/>
            <a:ext cx="500066" cy="285752"/>
          </a:xfrm>
          <a:prstGeom prst="actionButtonBeginning">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8"/>
          <p:cNvSpPr txBox="1"/>
          <p:nvPr/>
        </p:nvSpPr>
        <p:spPr>
          <a:xfrm>
            <a:off x="4168775" y="1113092"/>
            <a:ext cx="1155700" cy="20530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defPPr>
              <a:defRPr lang="zh-CN"/>
            </a:defPPr>
            <a:lvl1pPr algn="just">
              <a:defRPr sz="3200">
                <a:solidFill>
                  <a:schemeClr val="lt1"/>
                </a:solidFill>
                <a:latin typeface="Arial Rounded MT Bold" pitchFamily="34" charset="0"/>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ltLang="en-US" sz="15600" i="1" dirty="0">
              <a:ln w="12700">
                <a:noFill/>
              </a:ln>
              <a:solidFill>
                <a:srgbClr val="F1C341"/>
              </a:solidFill>
              <a:latin typeface="Britannic Bold" pitchFamily="34" charset="0"/>
            </a:endParaRPr>
          </a:p>
        </p:txBody>
      </p:sp>
      <p:sp>
        <p:nvSpPr>
          <p:cNvPr id="15" name="文本框 6"/>
          <p:cNvSpPr txBox="1">
            <a:spLocks noChangeArrowheads="1"/>
          </p:cNvSpPr>
          <p:nvPr/>
        </p:nvSpPr>
        <p:spPr bwMode="auto">
          <a:xfrm>
            <a:off x="330170" y="954074"/>
            <a:ext cx="4205288" cy="3566656"/>
          </a:xfrm>
          <a:prstGeom prst="rect">
            <a:avLst/>
          </a:prstGeom>
          <a:noFill/>
          <a:ln w="9525">
            <a:noFill/>
            <a:miter lim="800000"/>
          </a:ln>
        </p:spPr>
        <p:txBody>
          <a:bodyPr lIns="103163" tIns="51581" rIns="103163" bIns="51581">
            <a:spAutoFit/>
          </a:bodyPr>
          <a:lstStyle/>
          <a:p>
            <a:pPr algn="ctr" eaLnBrk="1" hangingPunct="1"/>
            <a:r>
              <a:rPr lang="en-US" altLang="zh-CN" sz="22500" b="1" dirty="0" smtClean="0">
                <a:solidFill>
                  <a:srgbClr val="83B40D"/>
                </a:solidFill>
                <a:latin typeface="Arial Black" pitchFamily="34" charset="0"/>
                <a:ea typeface="微软雅黑" pitchFamily="34" charset="-122"/>
                <a:cs typeface="Times New Roman" pitchFamily="18" charset="0"/>
              </a:rPr>
              <a:t>04</a:t>
            </a:r>
            <a:endParaRPr lang="zh-CN" altLang="en-US" sz="22500" b="1" dirty="0">
              <a:solidFill>
                <a:srgbClr val="83B40D"/>
              </a:solidFill>
              <a:latin typeface="Arial Black" pitchFamily="34" charset="0"/>
              <a:ea typeface="微软雅黑" pitchFamily="34" charset="-122"/>
              <a:cs typeface="Times New Roman" pitchFamily="18" charset="0"/>
            </a:endParaRPr>
          </a:p>
        </p:txBody>
      </p:sp>
      <p:sp>
        <p:nvSpPr>
          <p:cNvPr id="16" name="文本框 7"/>
          <p:cNvSpPr txBox="1">
            <a:spLocks noChangeArrowheads="1"/>
          </p:cNvSpPr>
          <p:nvPr/>
        </p:nvSpPr>
        <p:spPr bwMode="auto">
          <a:xfrm>
            <a:off x="285720" y="2349872"/>
            <a:ext cx="4000528" cy="735111"/>
          </a:xfrm>
          <a:prstGeom prst="rect">
            <a:avLst/>
          </a:prstGeom>
          <a:solidFill>
            <a:srgbClr val="FFFFFF"/>
          </a:solidFill>
          <a:ln w="9525">
            <a:noFill/>
            <a:miter lim="800000"/>
          </a:ln>
        </p:spPr>
        <p:txBody>
          <a:bodyPr wrap="square" lIns="103163" tIns="51581" rIns="103163" bIns="51581">
            <a:spAutoFit/>
          </a:bodyPr>
          <a:lstStyle/>
          <a:p>
            <a:pPr eaLnBrk="1" hangingPunct="1"/>
            <a:r>
              <a:rPr lang="en-US" altLang="zh-CN" sz="4100" b="1" dirty="0">
                <a:solidFill>
                  <a:srgbClr val="83B40D"/>
                </a:solidFill>
                <a:latin typeface="Times New Roman" pitchFamily="18" charset="0"/>
                <a:cs typeface="Times New Roman" pitchFamily="18" charset="0"/>
              </a:rPr>
              <a:t>   </a:t>
            </a:r>
            <a:r>
              <a:rPr lang="en-US" altLang="zh-CN" sz="4100" b="1" dirty="0" smtClean="0">
                <a:solidFill>
                  <a:srgbClr val="83B40D"/>
                </a:solidFill>
                <a:latin typeface="Times New Roman" pitchFamily="18" charset="0"/>
                <a:cs typeface="Times New Roman" pitchFamily="18" charset="0"/>
              </a:rPr>
              <a:t>PART  FOUR</a:t>
            </a:r>
            <a:endParaRPr lang="zh-CN" altLang="en-US" sz="4100" b="1" dirty="0">
              <a:solidFill>
                <a:srgbClr val="83B40D"/>
              </a:solidFill>
              <a:latin typeface="Times New Roman" pitchFamily="18" charset="0"/>
              <a:cs typeface="Times New Roman" pitchFamily="18" charset="0"/>
            </a:endParaRPr>
          </a:p>
        </p:txBody>
      </p:sp>
      <p:sp>
        <p:nvSpPr>
          <p:cNvPr id="17" name="文本框 8"/>
          <p:cNvSpPr txBox="1">
            <a:spLocks noChangeArrowheads="1"/>
          </p:cNvSpPr>
          <p:nvPr/>
        </p:nvSpPr>
        <p:spPr bwMode="auto">
          <a:xfrm>
            <a:off x="4173511" y="2030074"/>
            <a:ext cx="4662487" cy="596612"/>
          </a:xfrm>
          <a:prstGeom prst="rect">
            <a:avLst/>
          </a:prstGeom>
          <a:noFill/>
          <a:ln w="9525">
            <a:noFill/>
            <a:miter lim="800000"/>
          </a:ln>
        </p:spPr>
        <p:txBody>
          <a:bodyPr lIns="103163" tIns="51581" rIns="103163" bIns="51581">
            <a:spAutoFit/>
          </a:bodyPr>
          <a:lstStyle/>
          <a:p>
            <a:pPr algn="ctr" defTabSz="914400" fontAlgn="base">
              <a:spcBef>
                <a:spcPct val="0"/>
              </a:spcBef>
              <a:spcAft>
                <a:spcPct val="0"/>
              </a:spcAft>
              <a:defRPr/>
            </a:pPr>
            <a:r>
              <a:rPr lang="en-US" altLang="zh-CN" sz="3200" kern="0" dirty="0" smtClean="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3200" kern="0" dirty="0" smtClean="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rPr>
              <a:t>管理评审</a:t>
            </a:r>
            <a:endParaRPr lang="zh-CN" altLang="en-US" sz="3200" kern="0" dirty="0">
              <a:solidFill>
                <a:schemeClr val="accent3">
                  <a:lumMod val="7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19" name="直接连接符 10"/>
          <p:cNvCxnSpPr>
            <a:cxnSpLocks noChangeShapeType="1"/>
          </p:cNvCxnSpPr>
          <p:nvPr/>
        </p:nvCxnSpPr>
        <p:spPr bwMode="auto">
          <a:xfrm>
            <a:off x="4256058" y="2710301"/>
            <a:ext cx="4608512" cy="0"/>
          </a:xfrm>
          <a:prstGeom prst="line">
            <a:avLst/>
          </a:prstGeom>
          <a:noFill/>
          <a:ln w="12700" algn="ctr">
            <a:solidFill>
              <a:srgbClr val="DFDFDF"/>
            </a:solidFill>
            <a:miter lim="800000"/>
            <a:headEnd type="oval" w="med" len="med"/>
            <a:tailEnd type="oval" w="med" len="med"/>
          </a:ln>
        </p:spPr>
      </p:cxnSp>
    </p:spTree>
  </p:cSld>
  <p:clrMapOvr>
    <a:masterClrMapping/>
  </p:clrMapOvr>
  <p:transition advClick="0"/>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357686" y="2147882"/>
            <a:ext cx="571504" cy="3388778"/>
          </a:xfrm>
          <a:prstGeom prst="rect">
            <a:avLst/>
          </a:prstGeom>
          <a:gradFill flip="none" rotWithShape="1">
            <a:gsLst>
              <a:gs pos="0">
                <a:srgbClr val="334D17"/>
              </a:gs>
              <a:gs pos="50000">
                <a:srgbClr val="92D050">
                  <a:shade val="67500"/>
                  <a:satMod val="115000"/>
                </a:srgbClr>
              </a:gs>
              <a:gs pos="100000">
                <a:srgbClr val="92D050"/>
              </a:gs>
            </a:gsLst>
            <a:lin ang="5400000" scaled="1"/>
            <a:tileRect/>
          </a:gradFill>
          <a:ln w="25400" cap="flat" cmpd="sng" algn="ctr">
            <a:noFill/>
            <a:prstDash val="solid"/>
          </a:ln>
          <a:effectLst/>
        </p:spPr>
        <p:txBody>
          <a:bodyPr lIns="77372" tIns="38686" rIns="77372" bIns="38686" anchor="ctr"/>
          <a:lstStyle/>
          <a:p>
            <a:pPr algn="ctr">
              <a:defRPr/>
            </a:pPr>
            <a:endParaRPr lang="zh-CN" altLang="en-US" sz="1500" kern="0" dirty="0">
              <a:solidFill>
                <a:sysClr val="window" lastClr="FFFFFF"/>
              </a:solidFill>
              <a:latin typeface="Calibri"/>
              <a:ea typeface="宋体"/>
            </a:endParaRPr>
          </a:p>
        </p:txBody>
      </p:sp>
      <p:sp>
        <p:nvSpPr>
          <p:cNvPr id="9" name="矩形 2"/>
          <p:cNvSpPr/>
          <p:nvPr/>
        </p:nvSpPr>
        <p:spPr>
          <a:xfrm>
            <a:off x="1223965" y="478792"/>
            <a:ext cx="809625" cy="1720892"/>
          </a:xfrm>
          <a:custGeom>
            <a:avLst/>
            <a:gdLst>
              <a:gd name="connsiteX0" fmla="*/ 0 w 1080120"/>
              <a:gd name="connsiteY0" fmla="*/ 0 h 2060848"/>
              <a:gd name="connsiteX1" fmla="*/ 1080120 w 1080120"/>
              <a:gd name="connsiteY1" fmla="*/ 0 h 2060848"/>
              <a:gd name="connsiteX2" fmla="*/ 1080120 w 1080120"/>
              <a:gd name="connsiteY2" fmla="*/ 2060848 h 2060848"/>
              <a:gd name="connsiteX3" fmla="*/ 0 w 1080120"/>
              <a:gd name="connsiteY3" fmla="*/ 2060848 h 2060848"/>
              <a:gd name="connsiteX4" fmla="*/ 0 w 1080120"/>
              <a:gd name="connsiteY4" fmla="*/ 0 h 2060848"/>
              <a:gd name="connsiteX0-1" fmla="*/ 0 w 1080120"/>
              <a:gd name="connsiteY0-2" fmla="*/ 0 h 2060848"/>
              <a:gd name="connsiteX1-3" fmla="*/ 1080120 w 1080120"/>
              <a:gd name="connsiteY1-4" fmla="*/ 0 h 2060848"/>
              <a:gd name="connsiteX2-5" fmla="*/ 1080120 w 1080120"/>
              <a:gd name="connsiteY2-6" fmla="*/ 2060848 h 2060848"/>
              <a:gd name="connsiteX3-7" fmla="*/ 0 w 1080120"/>
              <a:gd name="connsiteY3-8" fmla="*/ 724417 h 2060848"/>
              <a:gd name="connsiteX4-9" fmla="*/ 0 w 1080120"/>
              <a:gd name="connsiteY4-10" fmla="*/ 0 h 20608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80120" h="2060848">
                <a:moveTo>
                  <a:pt x="0" y="0"/>
                </a:moveTo>
                <a:lnTo>
                  <a:pt x="1080120" y="0"/>
                </a:lnTo>
                <a:lnTo>
                  <a:pt x="1080120" y="2060848"/>
                </a:lnTo>
                <a:lnTo>
                  <a:pt x="0" y="724417"/>
                </a:lnTo>
                <a:lnTo>
                  <a:pt x="0" y="0"/>
                </a:lnTo>
                <a:close/>
              </a:path>
            </a:pathLst>
          </a:custGeom>
          <a:gradFill flip="none" rotWithShape="1">
            <a:gsLst>
              <a:gs pos="0">
                <a:srgbClr val="92D050"/>
              </a:gs>
              <a:gs pos="50000">
                <a:srgbClr val="92D050">
                  <a:shade val="67500"/>
                  <a:satMod val="115000"/>
                </a:srgbClr>
              </a:gs>
              <a:gs pos="100000">
                <a:srgbClr val="92D050">
                  <a:shade val="100000"/>
                  <a:satMod val="115000"/>
                </a:srgbClr>
              </a:gs>
            </a:gsLst>
            <a:lin ang="5400000" scaled="1"/>
            <a:tileRect/>
          </a:gradFill>
          <a:ln w="25400" cap="flat" cmpd="sng" algn="ctr">
            <a:noFill/>
            <a:prstDash val="solid"/>
          </a:ln>
          <a:effectLst/>
        </p:spPr>
        <p:txBody>
          <a:bodyPr lIns="77372" tIns="38686" rIns="77372" bIns="38686" anchor="ctr"/>
          <a:lstStyle/>
          <a:p>
            <a:pPr algn="ctr">
              <a:defRPr/>
            </a:pPr>
            <a:endParaRPr lang="zh-CN" altLang="en-US" sz="1500" kern="0" dirty="0">
              <a:solidFill>
                <a:sysClr val="window" lastClr="FFFFFF"/>
              </a:solidFill>
              <a:latin typeface="Calibri"/>
              <a:ea typeface="宋体"/>
            </a:endParaRPr>
          </a:p>
        </p:txBody>
      </p:sp>
      <p:sp>
        <p:nvSpPr>
          <p:cNvPr id="10" name="矩形 3"/>
          <p:cNvSpPr/>
          <p:nvPr/>
        </p:nvSpPr>
        <p:spPr>
          <a:xfrm>
            <a:off x="2000232" y="876330"/>
            <a:ext cx="2967037" cy="1323354"/>
          </a:xfrm>
          <a:custGeom>
            <a:avLst/>
            <a:gdLst>
              <a:gd name="connsiteX0" fmla="*/ 0 w 4752528"/>
              <a:gd name="connsiteY0" fmla="*/ 0 h 1584176"/>
              <a:gd name="connsiteX1" fmla="*/ 4752528 w 4752528"/>
              <a:gd name="connsiteY1" fmla="*/ 0 h 1584176"/>
              <a:gd name="connsiteX2" fmla="*/ 4752528 w 4752528"/>
              <a:gd name="connsiteY2" fmla="*/ 1584176 h 1584176"/>
              <a:gd name="connsiteX3" fmla="*/ 0 w 4752528"/>
              <a:gd name="connsiteY3" fmla="*/ 1584176 h 1584176"/>
              <a:gd name="connsiteX4" fmla="*/ 0 w 4752528"/>
              <a:gd name="connsiteY4" fmla="*/ 0 h 1584176"/>
              <a:gd name="connsiteX0-1" fmla="*/ 0 w 4752528"/>
              <a:gd name="connsiteY0-2" fmla="*/ 0 h 1584176"/>
              <a:gd name="connsiteX1-3" fmla="*/ 3556775 w 4752528"/>
              <a:gd name="connsiteY1-4" fmla="*/ 14068 h 1584176"/>
              <a:gd name="connsiteX2-5" fmla="*/ 4752528 w 4752528"/>
              <a:gd name="connsiteY2-6" fmla="*/ 1584176 h 1584176"/>
              <a:gd name="connsiteX3-7" fmla="*/ 0 w 4752528"/>
              <a:gd name="connsiteY3-8" fmla="*/ 1584176 h 1584176"/>
              <a:gd name="connsiteX4-9" fmla="*/ 0 w 4752528"/>
              <a:gd name="connsiteY4-10" fmla="*/ 0 h 15841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752528" h="1584176">
                <a:moveTo>
                  <a:pt x="0" y="0"/>
                </a:moveTo>
                <a:lnTo>
                  <a:pt x="3556775" y="14068"/>
                </a:lnTo>
                <a:lnTo>
                  <a:pt x="4752528" y="1584176"/>
                </a:lnTo>
                <a:lnTo>
                  <a:pt x="0" y="1584176"/>
                </a:lnTo>
                <a:lnTo>
                  <a:pt x="0" y="0"/>
                </a:lnTo>
                <a:close/>
              </a:path>
            </a:pathLst>
          </a:custGeom>
          <a:gradFill flip="none" rotWithShape="1">
            <a:gsLst>
              <a:gs pos="100000">
                <a:srgbClr val="5A8829"/>
              </a:gs>
              <a:gs pos="0">
                <a:srgbClr val="92D050">
                  <a:shade val="30000"/>
                  <a:satMod val="115000"/>
                </a:srgbClr>
              </a:gs>
              <a:gs pos="46230">
                <a:srgbClr val="97D15D"/>
              </a:gs>
              <a:gs pos="4000">
                <a:srgbClr val="92D050">
                  <a:shade val="67500"/>
                  <a:satMod val="115000"/>
                </a:srgbClr>
              </a:gs>
              <a:gs pos="86000">
                <a:srgbClr val="92D050">
                  <a:shade val="100000"/>
                  <a:satMod val="115000"/>
                </a:srgbClr>
              </a:gs>
            </a:gsLst>
            <a:lin ang="0" scaled="1"/>
            <a:tileRect/>
          </a:gradFill>
          <a:ln w="25400" cap="flat" cmpd="sng" algn="ctr">
            <a:noFill/>
            <a:prstDash val="solid"/>
          </a:ln>
          <a:effectLst/>
        </p:spPr>
        <p:txBody>
          <a:bodyPr lIns="203076" tIns="38686" rIns="609228" bIns="38686" anchor="ctr"/>
          <a:lstStyle/>
          <a:p>
            <a:pPr algn="just">
              <a:defRPr/>
            </a:pPr>
            <a:r>
              <a:rPr lang="zh-CN" altLang="en-US" sz="2700" kern="0" dirty="0">
                <a:solidFill>
                  <a:srgbClr val="FFFFFF"/>
                </a:solidFill>
                <a:latin typeface="微软雅黑" pitchFamily="34" charset="-122"/>
                <a:ea typeface="微软雅黑" pitchFamily="34" charset="-122"/>
              </a:rPr>
              <a:t>什么</a:t>
            </a:r>
            <a:r>
              <a:rPr lang="zh-CN" altLang="en-US" sz="2700" kern="0" dirty="0" smtClean="0">
                <a:solidFill>
                  <a:srgbClr val="FFFFFF"/>
                </a:solidFill>
                <a:latin typeface="微软雅黑" pitchFamily="34" charset="-122"/>
                <a:ea typeface="微软雅黑" pitchFamily="34" charset="-122"/>
              </a:rPr>
              <a:t>是</a:t>
            </a:r>
            <a:endParaRPr lang="en-US" altLang="zh-CN" sz="2700" kern="0" dirty="0" smtClean="0">
              <a:solidFill>
                <a:srgbClr val="FFFFFF"/>
              </a:solidFill>
              <a:latin typeface="微软雅黑" pitchFamily="34" charset="-122"/>
              <a:ea typeface="微软雅黑" pitchFamily="34" charset="-122"/>
            </a:endParaRPr>
          </a:p>
          <a:p>
            <a:pPr algn="just">
              <a:defRPr/>
            </a:pPr>
            <a:r>
              <a:rPr lang="zh-CN" altLang="en-US" sz="2700" kern="0" dirty="0" smtClean="0">
                <a:solidFill>
                  <a:srgbClr val="FFFFFF"/>
                </a:solidFill>
                <a:latin typeface="微软雅黑" pitchFamily="34" charset="-122"/>
                <a:ea typeface="微软雅黑" pitchFamily="34" charset="-122"/>
              </a:rPr>
              <a:t>管理评审？</a:t>
            </a:r>
            <a:endParaRPr lang="zh-CN" altLang="en-US" sz="2700" kern="0" dirty="0">
              <a:solidFill>
                <a:srgbClr val="FFFFFF"/>
              </a:solidFill>
              <a:latin typeface="微软雅黑" pitchFamily="34" charset="-122"/>
              <a:ea typeface="微软雅黑" pitchFamily="34" charset="-122"/>
            </a:endParaRPr>
          </a:p>
        </p:txBody>
      </p:sp>
      <p:sp>
        <p:nvSpPr>
          <p:cNvPr id="11" name="矩形 10"/>
          <p:cNvSpPr/>
          <p:nvPr/>
        </p:nvSpPr>
        <p:spPr bwMode="auto">
          <a:xfrm>
            <a:off x="0" y="0"/>
            <a:ext cx="2033588" cy="478793"/>
          </a:xfrm>
          <a:prstGeom prst="rect">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3163" tIns="0" rIns="103163" bIns="0" anchor="ctr"/>
          <a:lstStyle/>
          <a:p>
            <a:pPr algn="ctr">
              <a:lnSpc>
                <a:spcPct val="150000"/>
              </a:lnSpc>
              <a:defRPr/>
            </a:pPr>
            <a:endParaRPr lang="zh-CN" altLang="en-US" sz="1600" dirty="0">
              <a:solidFill>
                <a:schemeClr val="bg1">
                  <a:lumMod val="50000"/>
                </a:schemeClr>
              </a:solidFill>
              <a:latin typeface="幼圆" pitchFamily="49" charset="-122"/>
              <a:ea typeface="幼圆" pitchFamily="49" charset="-122"/>
            </a:endParaRPr>
          </a:p>
        </p:txBody>
      </p:sp>
      <p:sp>
        <p:nvSpPr>
          <p:cNvPr id="12" name="矩形 11"/>
          <p:cNvSpPr/>
          <p:nvPr/>
        </p:nvSpPr>
        <p:spPr bwMode="auto">
          <a:xfrm>
            <a:off x="4357686" y="5459483"/>
            <a:ext cx="4786314" cy="265042"/>
          </a:xfrm>
          <a:prstGeom prst="rect">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3163" tIns="0" rIns="103163" bIns="0" anchor="ctr"/>
          <a:lstStyle/>
          <a:p>
            <a:pPr algn="ctr">
              <a:lnSpc>
                <a:spcPct val="150000"/>
              </a:lnSpc>
              <a:defRPr/>
            </a:pPr>
            <a:endParaRPr lang="zh-CN" altLang="en-US" sz="1600" dirty="0">
              <a:solidFill>
                <a:schemeClr val="bg1">
                  <a:lumMod val="50000"/>
                </a:schemeClr>
              </a:solidFill>
              <a:latin typeface="幼圆" pitchFamily="49" charset="-122"/>
              <a:ea typeface="幼圆" pitchFamily="49" charset="-122"/>
            </a:endParaRPr>
          </a:p>
        </p:txBody>
      </p:sp>
      <p:sp>
        <p:nvSpPr>
          <p:cNvPr id="13" name="KSO_GI1"/>
          <p:cNvSpPr/>
          <p:nvPr/>
        </p:nvSpPr>
        <p:spPr bwMode="auto">
          <a:xfrm>
            <a:off x="5000628" y="933436"/>
            <a:ext cx="4000528" cy="442915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103163" tIns="0" rIns="103163" bIns="0"/>
          <a:lstStyle/>
          <a:p>
            <a:pPr algn="just">
              <a:lnSpc>
                <a:spcPct val="150000"/>
              </a:lnSpc>
              <a:spcAft>
                <a:spcPts val="1200"/>
              </a:spcAft>
              <a:buFont typeface="Wingdings" pitchFamily="2" charset="2"/>
              <a:buChar char="u"/>
              <a:defRPr/>
            </a:pPr>
            <a:r>
              <a:rPr lang="zh-CN" altLang="en-US" sz="1400" b="1" dirty="0" smtClean="0">
                <a:solidFill>
                  <a:srgbClr val="0070C0"/>
                </a:solidFill>
                <a:latin typeface="宋体" pitchFamily="2" charset="-122"/>
                <a:ea typeface="宋体" pitchFamily="2" charset="-122"/>
              </a:rPr>
              <a:t>管理评审</a:t>
            </a:r>
            <a:r>
              <a:rPr lang="en-US" altLang="zh-CN" sz="1400" b="1" dirty="0" smtClean="0">
                <a:solidFill>
                  <a:srgbClr val="0070C0"/>
                </a:solidFill>
                <a:latin typeface="宋体" pitchFamily="2" charset="-122"/>
                <a:ea typeface="宋体" pitchFamily="2" charset="-122"/>
              </a:rPr>
              <a:t>:</a:t>
            </a:r>
            <a:r>
              <a:rPr lang="zh-CN" altLang="zh-CN" sz="1400" dirty="0" smtClean="0">
                <a:solidFill>
                  <a:srgbClr val="494949"/>
                </a:solidFill>
                <a:latin typeface="宋体" pitchFamily="2" charset="-122"/>
                <a:ea typeface="宋体" pitchFamily="2" charset="-122"/>
              </a:rPr>
              <a:t>最高管理者</a:t>
            </a:r>
            <a:r>
              <a:rPr lang="zh-CN" altLang="en-US" sz="1400" dirty="0" smtClean="0">
                <a:solidFill>
                  <a:srgbClr val="494949"/>
                </a:solidFill>
                <a:latin typeface="宋体" pitchFamily="2" charset="-122"/>
                <a:ea typeface="宋体" pitchFamily="2" charset="-122"/>
              </a:rPr>
              <a:t>对质量管理体系的适宜性、充分性和有效性进行评审的活动。</a:t>
            </a:r>
            <a:endParaRPr lang="en-US" altLang="zh-CN" sz="1400" dirty="0" smtClean="0">
              <a:solidFill>
                <a:srgbClr val="494949"/>
              </a:solidFill>
              <a:latin typeface="宋体" pitchFamily="2" charset="-122"/>
              <a:ea typeface="宋体" pitchFamily="2" charset="-122"/>
            </a:endParaRPr>
          </a:p>
          <a:p>
            <a:pPr algn="just">
              <a:lnSpc>
                <a:spcPct val="150000"/>
              </a:lnSpc>
              <a:buFont typeface="Wingdings" pitchFamily="2" charset="2"/>
              <a:buChar char="u"/>
              <a:defRPr/>
            </a:pPr>
            <a:r>
              <a:rPr lang="zh-CN" altLang="zh-CN" sz="1400" b="1" dirty="0" smtClean="0">
                <a:solidFill>
                  <a:srgbClr val="0070C0"/>
                </a:solidFill>
                <a:latin typeface="宋体" pitchFamily="2" charset="-122"/>
                <a:ea typeface="宋体" pitchFamily="2" charset="-122"/>
              </a:rPr>
              <a:t>管理体系的适宜性：</a:t>
            </a:r>
            <a:r>
              <a:rPr lang="zh-CN" altLang="zh-CN" sz="1400" dirty="0" smtClean="0">
                <a:solidFill>
                  <a:srgbClr val="494949"/>
                </a:solidFill>
                <a:latin typeface="宋体" pitchFamily="2" charset="-122"/>
                <a:ea typeface="宋体" pitchFamily="2" charset="-122"/>
              </a:rPr>
              <a:t>综合管理体系与所处的客观情况的适应能力，也就是面对外部、内部环境的变化，综合管理体系适宜于实现规定的</a:t>
            </a:r>
            <a:r>
              <a:rPr lang="zh-CN" altLang="en-US" sz="1400" dirty="0" smtClean="0">
                <a:solidFill>
                  <a:srgbClr val="494949"/>
                </a:solidFill>
                <a:latin typeface="宋体" pitchFamily="2" charset="-122"/>
                <a:ea typeface="宋体" pitchFamily="2" charset="-122"/>
              </a:rPr>
              <a:t>管理</a:t>
            </a:r>
            <a:r>
              <a:rPr lang="zh-CN" altLang="zh-CN" sz="1400" dirty="0" smtClean="0">
                <a:solidFill>
                  <a:srgbClr val="494949"/>
                </a:solidFill>
                <a:latin typeface="宋体" pitchFamily="2" charset="-122"/>
                <a:ea typeface="宋体" pitchFamily="2" charset="-122"/>
              </a:rPr>
              <a:t>方针和目标的能力。</a:t>
            </a:r>
            <a:endParaRPr lang="en-US" altLang="zh-CN" sz="1400" dirty="0" smtClean="0">
              <a:solidFill>
                <a:srgbClr val="494949"/>
              </a:solidFill>
              <a:latin typeface="宋体" pitchFamily="2" charset="-122"/>
              <a:ea typeface="宋体" pitchFamily="2" charset="-122"/>
            </a:endParaRPr>
          </a:p>
          <a:p>
            <a:pPr algn="just">
              <a:lnSpc>
                <a:spcPct val="150000"/>
              </a:lnSpc>
              <a:buFont typeface="Wingdings" pitchFamily="2" charset="2"/>
              <a:buChar char="u"/>
              <a:defRPr/>
            </a:pPr>
            <a:r>
              <a:rPr lang="zh-CN" altLang="zh-CN" sz="1400" b="1" dirty="0" smtClean="0">
                <a:solidFill>
                  <a:srgbClr val="0070C0"/>
                </a:solidFill>
                <a:latin typeface="宋体" pitchFamily="2" charset="-122"/>
                <a:ea typeface="宋体" pitchFamily="2" charset="-122"/>
              </a:rPr>
              <a:t>管理体系的充分性：</a:t>
            </a:r>
            <a:r>
              <a:rPr lang="zh-CN" altLang="zh-CN" sz="1400" dirty="0" smtClean="0">
                <a:solidFill>
                  <a:srgbClr val="494949"/>
                </a:solidFill>
                <a:latin typeface="宋体" pitchFamily="2" charset="-122"/>
                <a:ea typeface="宋体" pitchFamily="2" charset="-122"/>
              </a:rPr>
              <a:t>综合管理体系的要求、过程展开和受控是否全面。可能存在诸多的需要考虑的活动，如过程没有充分展开、职责权限或接口规定不够明确、资源配置不足、编制的文件不能确保其过程有效策划运行和控制所需等。</a:t>
            </a:r>
            <a:endParaRPr lang="en-US" altLang="zh-CN" sz="1400" dirty="0" smtClean="0">
              <a:solidFill>
                <a:srgbClr val="494949"/>
              </a:solidFill>
              <a:latin typeface="宋体" pitchFamily="2" charset="-122"/>
              <a:ea typeface="宋体" pitchFamily="2" charset="-122"/>
            </a:endParaRPr>
          </a:p>
          <a:p>
            <a:pPr algn="just">
              <a:lnSpc>
                <a:spcPct val="150000"/>
              </a:lnSpc>
              <a:buFont typeface="Wingdings" pitchFamily="2" charset="2"/>
              <a:buChar char="u"/>
              <a:defRPr/>
            </a:pPr>
            <a:r>
              <a:rPr lang="zh-CN" altLang="zh-CN" sz="1400" b="1" dirty="0" smtClean="0">
                <a:solidFill>
                  <a:srgbClr val="0070C0"/>
                </a:solidFill>
                <a:latin typeface="宋体" pitchFamily="2" charset="-122"/>
                <a:ea typeface="宋体" pitchFamily="2" charset="-122"/>
              </a:rPr>
              <a:t>管理体系的有效性：</a:t>
            </a:r>
            <a:r>
              <a:rPr lang="zh-CN" altLang="zh-CN" sz="1400" dirty="0" smtClean="0">
                <a:solidFill>
                  <a:srgbClr val="494949"/>
                </a:solidFill>
                <a:latin typeface="宋体" pitchFamily="2" charset="-122"/>
                <a:ea typeface="宋体" pitchFamily="2" charset="-122"/>
              </a:rPr>
              <a:t>管理体系完成策划的活动和达到策划的目标的结果的程度。</a:t>
            </a:r>
            <a:endParaRPr lang="zh-CN" altLang="en-US" sz="1400" dirty="0" smtClean="0">
              <a:solidFill>
                <a:srgbClr val="494949"/>
              </a:solidFill>
              <a:latin typeface="宋体" pitchFamily="2" charset="-122"/>
              <a:ea typeface="宋体" pitchFamily="2" charset="-122"/>
            </a:endParaRPr>
          </a:p>
          <a:p>
            <a:pPr algn="just">
              <a:lnSpc>
                <a:spcPct val="150000"/>
              </a:lnSpc>
              <a:defRPr/>
            </a:pPr>
            <a:endParaRPr lang="en-US" altLang="zh-CN" sz="1600" dirty="0" smtClean="0">
              <a:solidFill>
                <a:schemeClr val="tx1"/>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a:p>
            <a:pPr algn="just">
              <a:lnSpc>
                <a:spcPct val="150000"/>
              </a:lnSpc>
              <a:defRPr/>
            </a:pPr>
            <a:endParaRPr lang="en-US" altLang="zh-CN" sz="1600" dirty="0" smtClean="0">
              <a:solidFill>
                <a:srgbClr val="494949"/>
              </a:solidFill>
              <a:latin typeface="幼圆" pitchFamily="49" charset="-122"/>
              <a:ea typeface="幼圆" pitchFamily="49" charset="-122"/>
            </a:endParaRPr>
          </a:p>
        </p:txBody>
      </p:sp>
    </p:spTree>
  </p:cSld>
  <p:clrMapOvr>
    <a:masterClrMapping/>
  </p:clrMapOvr>
  <p:transition advClick="0"/>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7554" y="147618"/>
            <a:ext cx="2857520" cy="461665"/>
          </a:xfrm>
          <a:prstGeom prst="rect">
            <a:avLst/>
          </a:prstGeom>
          <a:noFill/>
        </p:spPr>
        <p:txBody>
          <a:bodyPr wrap="square" rtlCol="0">
            <a:spAutoFit/>
          </a:bodyPr>
          <a:lstStyle/>
          <a:p>
            <a:r>
              <a:rPr lang="zh-CN" altLang="en-US" sz="2400" dirty="0" smtClean="0">
                <a:solidFill>
                  <a:srgbClr val="0070C0"/>
                </a:solidFill>
              </a:rPr>
              <a:t>管理评审流程</a:t>
            </a:r>
            <a:endParaRPr lang="zh-CN" altLang="en-US" sz="2400" dirty="0">
              <a:solidFill>
                <a:srgbClr val="0070C0"/>
              </a:solidFill>
            </a:endParaRPr>
          </a:p>
        </p:txBody>
      </p:sp>
      <p:graphicFrame>
        <p:nvGraphicFramePr>
          <p:cNvPr id="150530" name="Object 2"/>
          <p:cNvGraphicFramePr>
            <a:graphicFrameLocks noGrp="1" noChangeAspect="1"/>
          </p:cNvGraphicFramePr>
          <p:nvPr/>
        </p:nvGraphicFramePr>
        <p:xfrm>
          <a:off x="428596" y="734275"/>
          <a:ext cx="8286808" cy="4771193"/>
        </p:xfrm>
        <a:graphic>
          <a:graphicData uri="http://schemas.openxmlformats.org/presentationml/2006/ole">
            <mc:AlternateContent xmlns:mc="http://schemas.openxmlformats.org/markup-compatibility/2006">
              <mc:Choice xmlns:v="urn:schemas-microsoft-com:vml" Requires="v">
                <p:oleObj spid="_x0000_s150531" name="Visio" r:id="rId4" imgW="6877014" imgH="3962355" progId="">
                  <p:embed/>
                </p:oleObj>
              </mc:Choice>
              <mc:Fallback>
                <p:oleObj name="Visio" r:id="rId4" imgW="6877014" imgH="3962355" progId="">
                  <p:embed/>
                  <p:pic>
                    <p:nvPicPr>
                      <p:cNvPr id="0" name="Picture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596" y="734275"/>
                        <a:ext cx="8286808" cy="47711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advClick="0"/>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1"/>
          <p:cNvSpPr>
            <a:spLocks noChangeArrowheads="1"/>
          </p:cNvSpPr>
          <p:nvPr/>
        </p:nvSpPr>
        <p:spPr bwMode="auto">
          <a:xfrm>
            <a:off x="285720" y="147618"/>
            <a:ext cx="3126177"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bg1"/>
                </a:solidFill>
                <a:effectLst/>
                <a:latin typeface="宋体" pitchFamily="2" charset="-122"/>
                <a:ea typeface="宋体" pitchFamily="2" charset="-122"/>
                <a:cs typeface="Times New Roman" pitchFamily="18" charset="0"/>
              </a:rPr>
              <a:t>4.1</a:t>
            </a:r>
            <a:r>
              <a:rPr kumimoji="0" lang="zh-CN" sz="2400" b="1" i="0" u="none" strike="noStrike" cap="none" normalizeH="0" baseline="0" dirty="0" smtClean="0">
                <a:ln>
                  <a:noFill/>
                </a:ln>
                <a:solidFill>
                  <a:schemeClr val="bg1"/>
                </a:solidFill>
                <a:effectLst/>
                <a:latin typeface="宋体" pitchFamily="2" charset="-122"/>
                <a:ea typeface="宋体" pitchFamily="2" charset="-122"/>
                <a:cs typeface="Times New Roman" pitchFamily="18" charset="0"/>
              </a:rPr>
              <a:t>管理评审</a:t>
            </a:r>
            <a:r>
              <a:rPr kumimoji="0" lang="zh-CN" altLang="en-US" sz="2400" b="1" i="0" u="none" strike="noStrike" cap="none" normalizeH="0" baseline="0" dirty="0" smtClean="0">
                <a:ln>
                  <a:noFill/>
                </a:ln>
                <a:solidFill>
                  <a:schemeClr val="bg1"/>
                </a:solidFill>
                <a:effectLst/>
                <a:latin typeface="宋体" pitchFamily="2" charset="-122"/>
                <a:ea typeface="宋体" pitchFamily="2" charset="-122"/>
                <a:cs typeface="Times New Roman" pitchFamily="18" charset="0"/>
              </a:rPr>
              <a:t>召开频次</a:t>
            </a:r>
            <a:endParaRPr kumimoji="0" lang="zh-CN" sz="3600" b="0" i="0" u="none" strike="noStrike" cap="none" normalizeH="0" baseline="0" dirty="0" smtClean="0">
              <a:ln>
                <a:noFill/>
              </a:ln>
              <a:solidFill>
                <a:schemeClr val="bg1"/>
              </a:solidFill>
              <a:effectLst/>
              <a:latin typeface="Arial" pitchFamily="34" charset="0"/>
              <a:ea typeface="宋体" pitchFamily="2" charset="-122"/>
              <a:cs typeface="宋体" pitchFamily="2" charset="-122"/>
            </a:endParaRPr>
          </a:p>
        </p:txBody>
      </p:sp>
      <p:sp>
        <p:nvSpPr>
          <p:cNvPr id="160770" name="Rectangle 2"/>
          <p:cNvSpPr>
            <a:spLocks noChangeArrowheads="1"/>
          </p:cNvSpPr>
          <p:nvPr/>
        </p:nvSpPr>
        <p:spPr bwMode="auto">
          <a:xfrm>
            <a:off x="285720" y="647684"/>
            <a:ext cx="8501122" cy="50548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387350" algn="l" defTabSz="914400" rtl="0" eaLnBrk="1" fontAlgn="base" latinLnBrk="0" hangingPunct="1">
              <a:lnSpc>
                <a:spcPts val="2600"/>
              </a:lnSpc>
              <a:spcBef>
                <a:spcPct val="0"/>
              </a:spcBef>
              <a:spcAft>
                <a:spcPct val="0"/>
              </a:spcAft>
              <a:buClrTx/>
              <a:buSzTx/>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管理评审会议召开频次</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361950" marR="0" lvl="2" indent="-292100" algn="l" defTabSz="914400" rtl="0" eaLnBrk="0" fontAlgn="base" latinLnBrk="0" hangingPunct="0">
              <a:lnSpc>
                <a:spcPts val="2600"/>
              </a:lnSpc>
              <a:spcBef>
                <a:spcPct val="0"/>
              </a:spcBef>
              <a:spcAft>
                <a:spcPct val="0"/>
              </a:spcAft>
              <a:buClrTx/>
              <a:buSzTx/>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1</a:t>
            </a: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定期会议</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R="0" lvl="0" indent="361950" algn="l" defTabSz="914400" rtl="0" eaLnBrk="0" fontAlgn="base" latinLnBrk="0" hangingPunct="0">
              <a:lnSpc>
                <a:spcPts val="2600"/>
              </a:lnSpc>
              <a:spcBef>
                <a:spcPct val="0"/>
              </a:spcBef>
              <a:spcAft>
                <a:spcPct val="0"/>
              </a:spcAft>
              <a:buClrTx/>
              <a:buSzTx/>
              <a:buFontTx/>
              <a:buNone/>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原则上一年不</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少于</a:t>
            </a: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一</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次</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，在内审结束</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后</a:t>
            </a: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半个月</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以上</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举行，具体时间由管理者代表制定</a:t>
            </a: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经总经理批准后执行。</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2" indent="69850" algn="l" defTabSz="914400" rtl="0" eaLnBrk="0" fontAlgn="base" latinLnBrk="0" hangingPunct="0">
              <a:lnSpc>
                <a:spcPts val="2600"/>
              </a:lnSpc>
              <a:spcBef>
                <a:spcPct val="0"/>
              </a:spcBef>
              <a:spcAft>
                <a:spcPct val="0"/>
              </a:spcAft>
              <a:buClrTx/>
              <a:buSzTx/>
              <a:tabLst/>
            </a:pPr>
            <a:r>
              <a:rPr kumimoji="0" lang="en-US"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2</a:t>
            </a: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遇有下列影响管理体系运行适宜性的特殊情况发生时，由总经理决定是否增加管理评审次数：</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a)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质量方针和质量目标发生变化；</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b)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内部组织机构发生重大变化；</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c)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环境、资源配置、市场、供求关系发生重大变化；</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d)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出现重大品质异常事故时，顾客有重大投诉或发生不良事件、产品召回等情况时；</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e)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出现重大人事变动时；</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f)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质量体系运行失效时，内外部审核中发现严重不合格时；</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None/>
              <a:tabLst/>
            </a:pPr>
            <a:r>
              <a:rPr kumimoji="0" lang="zh-CN" alt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g)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当法律、法规、标准及其他要求有变化时；</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628650" marR="0" lvl="0" indent="-266700" algn="l" defTabSz="914400" rtl="0" eaLnBrk="0" fontAlgn="base" latinLnBrk="0" hangingPunct="0">
              <a:lnSpc>
                <a:spcPts val="2600"/>
              </a:lnSpc>
              <a:spcBef>
                <a:spcPct val="0"/>
              </a:spcBef>
              <a:spcAft>
                <a:spcPct val="0"/>
              </a:spcAft>
              <a:buClrTx/>
              <a:buSzTx/>
              <a:buFontTx/>
              <a:buAutoNum type="alphaLcParenR" startAt="8"/>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人为的管理评审需要时，如认证前的管理评审。</a:t>
            </a:r>
            <a:endParaRPr lang="en-US" altLang="zh-CN" sz="1600" dirty="0" smtClean="0">
              <a:latin typeface="宋体" pitchFamily="2" charset="-122"/>
              <a:ea typeface="宋体" pitchFamily="2" charset="-122"/>
              <a:cs typeface="Times New Roman" pitchFamily="18" charset="0"/>
            </a:endParaRPr>
          </a:p>
          <a:p>
            <a:pPr marL="628650" marR="0" lvl="0" indent="-266700" algn="l" defTabSz="914400" rtl="0" eaLnBrk="0" fontAlgn="base" latinLnBrk="0" hangingPunct="0">
              <a:lnSpc>
                <a:spcPts val="2600"/>
              </a:lnSpc>
              <a:spcBef>
                <a:spcPct val="0"/>
              </a:spcBef>
              <a:spcAft>
                <a:spcPct val="0"/>
              </a:spcAft>
              <a:buClrTx/>
              <a:buSzTx/>
              <a:buFontTx/>
              <a:buAutoNum type="alphaLcParenR" startAt="8"/>
              <a:tabLst/>
            </a:pPr>
            <a:r>
              <a:rPr kumimoji="0" lang="zh-CN" sz="1600" b="0" i="0" u="none" strike="noStrike" cap="none" normalizeH="0" baseline="0" dirty="0" smtClean="0">
                <a:ln>
                  <a:noFill/>
                </a:ln>
                <a:solidFill>
                  <a:srgbClr val="FF0000"/>
                </a:solidFill>
                <a:effectLst/>
                <a:latin typeface="宋体" pitchFamily="2" charset="-122"/>
                <a:ea typeface="宋体" pitchFamily="2" charset="-122"/>
                <a:cs typeface="Times New Roman" pitchFamily="18" charset="0"/>
              </a:rPr>
              <a:t>两次会议的间隔不得</a:t>
            </a:r>
            <a:r>
              <a:rPr kumimoji="0" lang="zh-CN" sz="1600" b="0" i="0" u="none" strike="noStrike" cap="none" normalizeH="0" baseline="0" dirty="0" smtClean="0">
                <a:ln>
                  <a:noFill/>
                </a:ln>
                <a:solidFill>
                  <a:srgbClr val="FF0000"/>
                </a:solidFill>
                <a:effectLst/>
                <a:latin typeface="宋体" pitchFamily="2" charset="-122"/>
                <a:ea typeface="宋体" pitchFamily="2" charset="-122"/>
                <a:cs typeface="Times New Roman" pitchFamily="18" charset="0"/>
              </a:rPr>
              <a:t>超过</a:t>
            </a:r>
            <a:r>
              <a:rPr kumimoji="0" lang="en-US" altLang="zh-CN" sz="1600" b="0" i="0" u="none" strike="noStrike" cap="none" normalizeH="0" baseline="0" dirty="0" smtClean="0">
                <a:ln>
                  <a:noFill/>
                </a:ln>
                <a:solidFill>
                  <a:srgbClr val="FF0000"/>
                </a:solidFill>
                <a:effectLst/>
                <a:latin typeface="宋体" pitchFamily="2" charset="-122"/>
                <a:ea typeface="宋体" pitchFamily="2" charset="-122"/>
                <a:cs typeface="Times New Roman" pitchFamily="18" charset="0"/>
              </a:rPr>
              <a:t>12</a:t>
            </a:r>
            <a:r>
              <a:rPr kumimoji="0" lang="zh-CN" sz="1600" b="0" i="0" u="none" strike="noStrike" cap="none" normalizeH="0" baseline="0" dirty="0" smtClean="0">
                <a:ln>
                  <a:noFill/>
                </a:ln>
                <a:solidFill>
                  <a:srgbClr val="FF0000"/>
                </a:solidFill>
                <a:effectLst/>
                <a:latin typeface="宋体" pitchFamily="2" charset="-122"/>
                <a:ea typeface="宋体" pitchFamily="2" charset="-122"/>
                <a:cs typeface="Times New Roman" pitchFamily="18" charset="0"/>
              </a:rPr>
              <a:t>个月</a:t>
            </a:r>
            <a:r>
              <a:rPr kumimoji="0" lang="zh-CN" sz="1600" b="0" i="0" u="none" strike="noStrike" cap="none" normalizeH="0" baseline="0" dirty="0" smtClean="0">
                <a:ln>
                  <a:noFill/>
                </a:ln>
                <a:solidFill>
                  <a:srgbClr val="FF0000"/>
                </a:solidFill>
                <a:effectLst/>
                <a:latin typeface="宋体" pitchFamily="2" charset="-122"/>
                <a:ea typeface="宋体" pitchFamily="2" charset="-122"/>
                <a:cs typeface="Times New Roman" pitchFamily="18" charset="0"/>
              </a:rPr>
              <a:t>。</a:t>
            </a:r>
            <a:endParaRPr kumimoji="0" lang="zh-CN" sz="1600" b="0" i="0" u="none" strike="noStrike" cap="none" normalizeH="0" baseline="0" dirty="0" smtClean="0">
              <a:ln>
                <a:noFill/>
              </a:ln>
              <a:solidFill>
                <a:srgbClr val="FF0000"/>
              </a:solidFill>
              <a:effectLst/>
              <a:latin typeface="Arial" pitchFamily="34" charset="0"/>
              <a:ea typeface="宋体" pitchFamily="2" charset="-122"/>
              <a:cs typeface="宋体" pitchFamily="2" charset="-122"/>
            </a:endParaRPr>
          </a:p>
        </p:txBody>
      </p:sp>
    </p:spTree>
  </p:cSld>
  <p:clrMapOvr>
    <a:masterClrMapping/>
  </p:clrMapOvr>
  <p:transition advClick="0"/>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85720" y="147618"/>
            <a:ext cx="2507418"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smtClean="0">
                <a:ln>
                  <a:noFill/>
                </a:ln>
                <a:solidFill>
                  <a:schemeClr val="bg1"/>
                </a:solidFill>
                <a:effectLst/>
                <a:latin typeface="宋体" pitchFamily="2" charset="-122"/>
                <a:ea typeface="宋体" pitchFamily="2" charset="-122"/>
                <a:cs typeface="Times New Roman" pitchFamily="18" charset="0"/>
              </a:rPr>
              <a:t>4.2</a:t>
            </a:r>
            <a:r>
              <a:rPr kumimoji="0" lang="zh-CN" sz="2400" b="1" i="0" u="none" strike="noStrike" cap="none" normalizeH="0" baseline="0" dirty="0" smtClean="0">
                <a:ln>
                  <a:noFill/>
                </a:ln>
                <a:solidFill>
                  <a:schemeClr val="bg1"/>
                </a:solidFill>
                <a:effectLst/>
                <a:latin typeface="宋体" pitchFamily="2" charset="-122"/>
                <a:ea typeface="宋体" pitchFamily="2" charset="-122"/>
                <a:cs typeface="Times New Roman" pitchFamily="18" charset="0"/>
              </a:rPr>
              <a:t>管理评审计划</a:t>
            </a:r>
            <a:endParaRPr kumimoji="0" lang="zh-CN" sz="3600" b="0" i="0" u="none" strike="noStrike" cap="none" normalizeH="0" baseline="0" dirty="0" smtClean="0">
              <a:ln>
                <a:noFill/>
              </a:ln>
              <a:solidFill>
                <a:schemeClr val="bg1"/>
              </a:solidFill>
              <a:effectLst/>
              <a:latin typeface="Arial" pitchFamily="34" charset="0"/>
              <a:ea typeface="宋体" pitchFamily="2" charset="-122"/>
              <a:cs typeface="宋体" pitchFamily="2" charset="-122"/>
            </a:endParaRPr>
          </a:p>
        </p:txBody>
      </p:sp>
      <p:sp>
        <p:nvSpPr>
          <p:cNvPr id="159745" name="Rectangle 1"/>
          <p:cNvSpPr>
            <a:spLocks noChangeArrowheads="1"/>
          </p:cNvSpPr>
          <p:nvPr/>
        </p:nvSpPr>
        <p:spPr bwMode="auto">
          <a:xfrm>
            <a:off x="357158" y="647684"/>
            <a:ext cx="8429684" cy="42319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R="0" lvl="0" indent="361950" algn="l" defTabSz="914400" rtl="0" eaLnBrk="1" fontAlgn="base" latinLnBrk="0" hangingPunct="1">
              <a:lnSpc>
                <a:spcPct val="150000"/>
              </a:lnSpc>
              <a:spcBef>
                <a:spcPct val="0"/>
              </a:spcBef>
              <a:spcAft>
                <a:spcPct val="0"/>
              </a:spcAft>
              <a:buClrTx/>
              <a:buSzTx/>
              <a:buFont typeface="Wingdings" pitchFamily="2" charset="2"/>
              <a:buChar char="Ø"/>
              <a:tabLst/>
            </a:pP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体系工程师一般在管理评审会议召开前半个月负责制定</a:t>
            </a:r>
            <a:r>
              <a:rPr kumimoji="0" lang="zh-CN" altLang="en-US" sz="1800" b="0" i="0" u="none" strike="noStrike" cap="none" normalizeH="0" baseline="0" dirty="0" smtClean="0">
                <a:ln>
                  <a:noFill/>
                </a:ln>
                <a:solidFill>
                  <a:srgbClr val="000000"/>
                </a:solidFill>
                <a:effectLst/>
                <a:latin typeface="Arial"/>
                <a:ea typeface="宋体" pitchFamily="2" charset="-122"/>
                <a:cs typeface="Times New Roman" pitchFamily="18" charset="0"/>
              </a:rPr>
              <a:t>“</a:t>
            </a: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年度管理评审计划</a:t>
            </a:r>
            <a:r>
              <a:rPr kumimoji="0" lang="zh-CN" altLang="en-US" sz="1800" b="0" i="0" u="none" strike="noStrike" cap="none" normalizeH="0" baseline="0" dirty="0" smtClean="0">
                <a:ln>
                  <a:noFill/>
                </a:ln>
                <a:solidFill>
                  <a:srgbClr val="000000"/>
                </a:solidFill>
                <a:effectLst/>
                <a:latin typeface="Arial"/>
                <a:ea typeface="宋体" pitchFamily="2" charset="-122"/>
                <a:cs typeface="Times New Roman" pitchFamily="18" charset="0"/>
              </a:rPr>
              <a:t>”</a:t>
            </a: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，并交管理者代表审核和总经理批准。</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R="0" lvl="0" indent="36195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文控中心负责将</a:t>
            </a:r>
            <a:r>
              <a:rPr kumimoji="0" lang="zh-CN" altLang="en-US" sz="1800" b="0" i="0" u="none" strike="noStrike" cap="none" normalizeH="0" baseline="0" dirty="0" smtClean="0">
                <a:ln>
                  <a:noFill/>
                </a:ln>
                <a:solidFill>
                  <a:srgbClr val="000000"/>
                </a:solidFill>
                <a:effectLst/>
                <a:latin typeface="Arial"/>
                <a:ea typeface="宋体" pitchFamily="2" charset="-122"/>
                <a:cs typeface="Times New Roman" pitchFamily="18" charset="0"/>
              </a:rPr>
              <a:t>“</a:t>
            </a: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年度管理评审计划</a:t>
            </a:r>
            <a:r>
              <a:rPr kumimoji="0" lang="zh-CN" altLang="en-US" sz="1800" b="0" i="0" u="none" strike="noStrike" cap="none" normalizeH="0" baseline="0" dirty="0" smtClean="0">
                <a:ln>
                  <a:noFill/>
                </a:ln>
                <a:solidFill>
                  <a:srgbClr val="000000"/>
                </a:solidFill>
                <a:effectLst/>
                <a:latin typeface="Arial"/>
                <a:ea typeface="宋体" pitchFamily="2" charset="-122"/>
                <a:cs typeface="Times New Roman" pitchFamily="18" charset="0"/>
              </a:rPr>
              <a:t>”</a:t>
            </a:r>
            <a:r>
              <a:rPr lang="zh-CN" altLang="en-US" sz="1800" dirty="0" smtClean="0">
                <a:solidFill>
                  <a:srgbClr val="000000"/>
                </a:solidFill>
                <a:latin typeface="宋体" pitchFamily="2" charset="-122"/>
                <a:ea typeface="宋体" pitchFamily="2" charset="-122"/>
                <a:cs typeface="Times New Roman" pitchFamily="18" charset="0"/>
              </a:rPr>
              <a:t>在</a:t>
            </a: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评审前半个月发放至相关部门。</a:t>
            </a:r>
            <a:endParaRPr kumimoji="0" lang="en-US" alt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endParaRPr>
          </a:p>
          <a:p>
            <a:pPr marL="447675" lvl="2" indent="-180975">
              <a:lnSpc>
                <a:spcPct val="150000"/>
              </a:lnSpc>
            </a:pPr>
            <a:r>
              <a:rPr lang="zh-CN" altLang="en-US" b="1" dirty="0" smtClean="0"/>
              <a:t>管理评审一般内容如下：</a:t>
            </a:r>
          </a:p>
          <a:p>
            <a:pPr marL="523875" lvl="3" indent="-342900">
              <a:lnSpc>
                <a:spcPct val="150000"/>
              </a:lnSpc>
              <a:buFont typeface="+mj-lt"/>
              <a:buAutoNum type="alphaLcParenR"/>
            </a:pPr>
            <a:r>
              <a:rPr lang="zh-CN" altLang="en-US" sz="1800" dirty="0" smtClean="0"/>
              <a:t>管理评审目的。</a:t>
            </a:r>
          </a:p>
          <a:p>
            <a:pPr marL="523875" lvl="3" indent="-342900">
              <a:lnSpc>
                <a:spcPct val="150000"/>
              </a:lnSpc>
              <a:buFont typeface="+mj-lt"/>
              <a:buAutoNum type="alphaLcParenR"/>
            </a:pPr>
            <a:r>
              <a:rPr lang="zh-CN" altLang="en-US" sz="1800" dirty="0" smtClean="0"/>
              <a:t>管理评审内容。</a:t>
            </a:r>
          </a:p>
          <a:p>
            <a:pPr marL="523875" lvl="3" indent="-342900">
              <a:lnSpc>
                <a:spcPct val="150000"/>
              </a:lnSpc>
              <a:buFont typeface="+mj-lt"/>
              <a:buAutoNum type="alphaLcParenR"/>
            </a:pPr>
            <a:r>
              <a:rPr lang="zh-CN" altLang="en-US" sz="1800" dirty="0" smtClean="0"/>
              <a:t>管理评审时间。</a:t>
            </a:r>
          </a:p>
          <a:p>
            <a:pPr marL="523875" lvl="3" indent="-342900">
              <a:lnSpc>
                <a:spcPct val="150000"/>
              </a:lnSpc>
              <a:buFont typeface="+mj-lt"/>
              <a:buAutoNum type="alphaLcParenR"/>
            </a:pPr>
            <a:r>
              <a:rPr lang="zh-CN" altLang="en-US" sz="1800" dirty="0" smtClean="0"/>
              <a:t>管理评审所需资料的准备。</a:t>
            </a:r>
            <a:endParaRPr lang="en-US" altLang="zh-CN" sz="1800" dirty="0" smtClean="0"/>
          </a:p>
          <a:p>
            <a:pPr marL="523875" lvl="3" indent="-342900"/>
            <a:endParaRPr lang="zh-CN" altLang="en-US" sz="1600" dirty="0" smtClean="0"/>
          </a:p>
          <a:p>
            <a:pPr marL="523875" lvl="3" indent="-342900"/>
            <a:endParaRPr lang="zh-CN" altLang="en-US" sz="1600" dirty="0" smtClean="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ransition advClick="0"/>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7158" y="647684"/>
            <a:ext cx="8072494" cy="3831818"/>
          </a:xfrm>
          <a:prstGeom prst="rect">
            <a:avLst/>
          </a:prstGeom>
        </p:spPr>
        <p:txBody>
          <a:bodyPr wrap="square">
            <a:spAutoFit/>
          </a:bodyPr>
          <a:lstStyle/>
          <a:p>
            <a:pPr marL="447675" lvl="3" indent="-361950">
              <a:lnSpc>
                <a:spcPct val="150000"/>
              </a:lnSpc>
            </a:pPr>
            <a:r>
              <a:rPr lang="zh-CN" altLang="en-US" sz="1800" dirty="0" smtClean="0"/>
              <a:t>主要包含以下几点：</a:t>
            </a:r>
            <a:endParaRPr lang="en-US" altLang="zh-CN" sz="1800" dirty="0" smtClean="0"/>
          </a:p>
          <a:p>
            <a:pPr marL="447675" lvl="3" indent="-361950">
              <a:lnSpc>
                <a:spcPct val="150000"/>
              </a:lnSpc>
              <a:buFont typeface="+mj-ea"/>
              <a:buAutoNum type="circleNumDbPlain"/>
            </a:pPr>
            <a:r>
              <a:rPr lang="zh-CN" altLang="en-US" sz="1800" dirty="0" smtClean="0"/>
              <a:t>审核结果：内外部质量审核结果（包括顾客及第三方认证机构的审核）</a:t>
            </a:r>
          </a:p>
          <a:p>
            <a:pPr marL="447675" lvl="3" indent="-361950">
              <a:lnSpc>
                <a:spcPct val="150000"/>
              </a:lnSpc>
              <a:buFont typeface="+mj-ea"/>
              <a:buAutoNum type="circleNumDbPlain"/>
            </a:pPr>
            <a:r>
              <a:rPr lang="zh-CN" altLang="en-US" sz="1800" dirty="0" smtClean="0"/>
              <a:t>顾客反馈：包括顾客满意度测量、顾客投诉、顾客需求、顾客表扬等。</a:t>
            </a:r>
          </a:p>
          <a:p>
            <a:pPr marL="447675" lvl="3" indent="-361950">
              <a:lnSpc>
                <a:spcPct val="150000"/>
              </a:lnSpc>
              <a:buFont typeface="+mj-ea"/>
              <a:buAutoNum type="circleNumDbPlain"/>
            </a:pPr>
            <a:r>
              <a:rPr lang="zh-CN" altLang="en-US" sz="1800" dirty="0" smtClean="0"/>
              <a:t>过程的业绩和产品符合性：过程测量的结果、过程的能力、产品内部测量结果、产品、顾客或市场测量的结果。</a:t>
            </a:r>
          </a:p>
          <a:p>
            <a:pPr marL="447675" lvl="3" indent="-361950">
              <a:lnSpc>
                <a:spcPct val="150000"/>
              </a:lnSpc>
              <a:buFont typeface="+mj-ea"/>
              <a:buAutoNum type="circleNumDbPlain"/>
            </a:pPr>
            <a:r>
              <a:rPr lang="zh-CN" altLang="en-US" sz="1800" dirty="0" smtClean="0"/>
              <a:t>纠正和预防措施的状况：纠正措施和预防措施的制订、实施和验证的情况。</a:t>
            </a:r>
          </a:p>
          <a:p>
            <a:pPr marL="447675" lvl="3" indent="-361950">
              <a:lnSpc>
                <a:spcPct val="150000"/>
              </a:lnSpc>
              <a:buFont typeface="+mj-ea"/>
              <a:buAutoNum type="circleNumDbPlain"/>
            </a:pPr>
            <a:r>
              <a:rPr lang="zh-CN" altLang="en-US" sz="1800" dirty="0" smtClean="0"/>
              <a:t>以往管理评审的跟踪措施：以往管理评审改进措施的完成情况及有效性。</a:t>
            </a:r>
          </a:p>
          <a:p>
            <a:pPr marL="447675" lvl="3" indent="-361950">
              <a:lnSpc>
                <a:spcPct val="150000"/>
              </a:lnSpc>
              <a:buFont typeface="+mj-ea"/>
              <a:buAutoNum type="circleNumDbPlain"/>
            </a:pPr>
            <a:r>
              <a:rPr lang="zh-CN" altLang="en-US" sz="1800" dirty="0" smtClean="0"/>
              <a:t>经策划可能影响管理体系的变更：如组织机构的变化、重要管理层变化等</a:t>
            </a:r>
          </a:p>
          <a:p>
            <a:pPr marL="447675" lvl="3" indent="-361950">
              <a:lnSpc>
                <a:spcPct val="150000"/>
              </a:lnSpc>
              <a:buFont typeface="+mj-ea"/>
              <a:buAutoNum type="circleNumDbPlain"/>
            </a:pPr>
            <a:r>
              <a:rPr lang="zh-CN" altLang="en-US" sz="1800" dirty="0" smtClean="0"/>
              <a:t>改进的建议：改进方向、目标以及方法等。</a:t>
            </a:r>
          </a:p>
        </p:txBody>
      </p:sp>
      <p:sp>
        <p:nvSpPr>
          <p:cNvPr id="3" name="矩形 2"/>
          <p:cNvSpPr/>
          <p:nvPr/>
        </p:nvSpPr>
        <p:spPr>
          <a:xfrm>
            <a:off x="428596" y="-66696"/>
            <a:ext cx="3143272" cy="583108"/>
          </a:xfrm>
          <a:prstGeom prst="rect">
            <a:avLst/>
          </a:prstGeom>
        </p:spPr>
        <p:txBody>
          <a:bodyPr wrap="square">
            <a:spAutoFit/>
          </a:bodyPr>
          <a:lstStyle/>
          <a:p>
            <a:pPr marL="523875" lvl="3" indent="-523875">
              <a:lnSpc>
                <a:spcPct val="150000"/>
              </a:lnSpc>
            </a:pPr>
            <a:r>
              <a:rPr lang="en-US" altLang="zh-CN" sz="2400" b="1" dirty="0" smtClean="0">
                <a:solidFill>
                  <a:schemeClr val="bg1"/>
                </a:solidFill>
              </a:rPr>
              <a:t>4.3</a:t>
            </a:r>
            <a:r>
              <a:rPr lang="zh-CN" altLang="en-US" sz="2400" b="1" dirty="0" smtClean="0">
                <a:solidFill>
                  <a:schemeClr val="bg1"/>
                </a:solidFill>
              </a:rPr>
              <a:t>管理评审的输入</a:t>
            </a:r>
            <a:endParaRPr lang="en-US" altLang="zh-CN" sz="2400" b="1" dirty="0" smtClean="0">
              <a:solidFill>
                <a:schemeClr val="bg1"/>
              </a:solidFill>
            </a:endParaRPr>
          </a:p>
        </p:txBody>
      </p:sp>
    </p:spTree>
  </p:cSld>
  <p:clrMapOvr>
    <a:masterClrMapping/>
  </p:clrMapOvr>
  <p:transition advClick="0"/>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147618"/>
            <a:ext cx="3071834" cy="461665"/>
          </a:xfrm>
          <a:prstGeom prst="rect">
            <a:avLst/>
          </a:prstGeom>
          <a:noFill/>
        </p:spPr>
        <p:txBody>
          <a:bodyPr wrap="square" rtlCol="0">
            <a:spAutoFit/>
          </a:bodyPr>
          <a:lstStyle/>
          <a:p>
            <a:r>
              <a:rPr lang="en-US" altLang="zh-CN" sz="2400" b="1" dirty="0" smtClean="0">
                <a:solidFill>
                  <a:schemeClr val="bg1"/>
                </a:solidFill>
              </a:rPr>
              <a:t>4.4 </a:t>
            </a:r>
            <a:r>
              <a:rPr lang="zh-CN" altLang="en-US" sz="2400" b="1" dirty="0" smtClean="0">
                <a:solidFill>
                  <a:schemeClr val="bg1"/>
                </a:solidFill>
              </a:rPr>
              <a:t>管理评审会议</a:t>
            </a:r>
            <a:endParaRPr lang="zh-CN" altLang="en-US" sz="2400" b="1" dirty="0">
              <a:solidFill>
                <a:schemeClr val="bg1"/>
              </a:solidFill>
            </a:endParaRPr>
          </a:p>
        </p:txBody>
      </p:sp>
      <p:sp>
        <p:nvSpPr>
          <p:cNvPr id="157697" name="Rectangle 1"/>
          <p:cNvSpPr>
            <a:spLocks noChangeArrowheads="1"/>
          </p:cNvSpPr>
          <p:nvPr/>
        </p:nvSpPr>
        <p:spPr bwMode="auto">
          <a:xfrm>
            <a:off x="214282" y="647684"/>
            <a:ext cx="8643998" cy="41935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2" indent="361950" algn="l" defTabSz="914400" rtl="0" eaLnBrk="1" fontAlgn="base" latinLnBrk="0" hangingPunct="1">
              <a:lnSpc>
                <a:spcPct val="150000"/>
              </a:lnSpc>
              <a:spcBef>
                <a:spcPct val="0"/>
              </a:spcBef>
              <a:spcAft>
                <a:spcPct val="0"/>
              </a:spcAft>
              <a:buClrTx/>
              <a:buSzTx/>
              <a:buFont typeface="Wingdings" pitchFamily="2" charset="2"/>
              <a:buChar char="Ø"/>
              <a:tabLst/>
            </a:pPr>
            <a:r>
              <a:rPr kumimoji="0" lang="zh-CN" sz="18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管理评审会议由总经理主持，参加人员应包括管理者代表和各部门负责人，每次评审缺席的部门负责人不得超过两名，总经理、管理者代表不得缺席。</a:t>
            </a:r>
            <a:endParaRPr kumimoji="0" lang="zh-CN"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lvl="2" indent="361950" defTabSz="914400" fontAlgn="base">
              <a:lnSpc>
                <a:spcPct val="150000"/>
              </a:lnSpc>
              <a:spcBef>
                <a:spcPct val="0"/>
              </a:spcBef>
              <a:spcAft>
                <a:spcPct val="0"/>
              </a:spcAft>
              <a:buFont typeface="Wingdings" pitchFamily="2" charset="2"/>
              <a:buChar char="Ø"/>
            </a:pPr>
            <a:r>
              <a:rPr lang="zh-CN" sz="1800" dirty="0" smtClean="0">
                <a:latin typeface="宋体" pitchFamily="2" charset="-122"/>
                <a:ea typeface="宋体" pitchFamily="2" charset="-122"/>
                <a:cs typeface="Times New Roman" pitchFamily="18" charset="0"/>
              </a:rPr>
              <a:t>参加人员听取各部门汇报后，对评审内容逐项评审，最终给出评审结果，并由管理者代表编写管理评审报告。</a:t>
            </a:r>
          </a:p>
          <a:p>
            <a:pPr marL="266700" marR="0" lvl="2" indent="-266700" algn="l" defTabSz="914400" rtl="0" eaLnBrk="0" fontAlgn="base" latinLnBrk="0" hangingPunct="0">
              <a:lnSpc>
                <a:spcPct val="150000"/>
              </a:lnSpc>
              <a:spcBef>
                <a:spcPct val="0"/>
              </a:spcBef>
              <a:spcAft>
                <a:spcPct val="0"/>
              </a:spcAft>
              <a:buClrTx/>
              <a:buSzTx/>
              <a:tabLst/>
            </a:pPr>
            <a:r>
              <a:rPr kumimoji="0" lang="en-US" altLang="zh-CN" sz="18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a:t>
            </a:r>
            <a:r>
              <a:rPr kumimoji="0" lang="zh-CN" sz="18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a:t>
            </a:r>
            <a:r>
              <a:rPr kumimoji="0" lang="zh-CN" sz="1800" b="0" i="0" u="none" strike="noStrike" cap="none" normalizeH="0" baseline="0" dirty="0" smtClean="0">
                <a:ln>
                  <a:noFill/>
                </a:ln>
                <a:solidFill>
                  <a:srgbClr val="0070C0"/>
                </a:solidFill>
                <a:effectLst/>
                <a:latin typeface="宋体" pitchFamily="2" charset="-122"/>
                <a:ea typeface="宋体" pitchFamily="2" charset="-122"/>
                <a:cs typeface="Times New Roman" pitchFamily="18" charset="0"/>
              </a:rPr>
              <a:t>管理评审结果可适当考虑如下方面的要求</a:t>
            </a:r>
            <a:r>
              <a:rPr kumimoji="0" lang="zh-CN" altLang="en-US" sz="1800" b="0" i="0" u="none" strike="noStrike" cap="none" normalizeH="0" baseline="0" dirty="0" smtClean="0">
                <a:ln>
                  <a:noFill/>
                </a:ln>
                <a:solidFill>
                  <a:srgbClr val="0070C0"/>
                </a:solidFill>
                <a:effectLst/>
                <a:latin typeface="宋体" pitchFamily="2" charset="-122"/>
                <a:ea typeface="宋体" pitchFamily="2" charset="-122"/>
                <a:cs typeface="Times New Roman" pitchFamily="18" charset="0"/>
              </a:rPr>
              <a:t>：</a:t>
            </a:r>
            <a:endParaRPr kumimoji="0" lang="zh-CN" sz="1800" b="0" i="0" u="none" strike="noStrike" cap="none" normalizeH="0" baseline="0" dirty="0" smtClean="0">
              <a:ln>
                <a:noFill/>
              </a:ln>
              <a:solidFill>
                <a:srgbClr val="0070C0"/>
              </a:solidFill>
              <a:effectLst/>
              <a:latin typeface="Arial" pitchFamily="34" charset="0"/>
              <a:ea typeface="宋体" pitchFamily="2" charset="-122"/>
              <a:cs typeface="宋体" pitchFamily="2" charset="-122"/>
            </a:endParaRPr>
          </a:p>
          <a:p>
            <a:pPr marL="342900" marR="0" lvl="3"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zh-CN" sz="18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a:t>
            </a: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质量管理体系的过程及相应文件是否有修正的需要。</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342900" marR="0" lvl="3"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质量方针、目标是否正在实现、是否需要更新。</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342900" marR="0" lvl="3"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与顾客要求有关的产品的改进。</a:t>
            </a:r>
            <a:endParaRPr kumimoji="0" lang="zh-CN" sz="16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342900" marR="0" lvl="3"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管理体系各项活动、配备的资源是否适宜，新的需求。</a:t>
            </a:r>
            <a:endParaRPr lang="en-US" altLang="zh-CN" sz="1600" dirty="0" smtClean="0">
              <a:latin typeface="Arial" pitchFamily="34" charset="0"/>
              <a:ea typeface="宋体" pitchFamily="2" charset="-122"/>
              <a:cs typeface="Times New Roman" pitchFamily="18" charset="0"/>
            </a:endParaRPr>
          </a:p>
          <a:p>
            <a:pPr marL="342900" marR="0" lvl="3" indent="-342900" algn="l" defTabSz="914400" rtl="0" eaLnBrk="0" fontAlgn="base" latinLnBrk="0" hangingPunct="0">
              <a:lnSpc>
                <a:spcPct val="150000"/>
              </a:lnSpc>
              <a:spcBef>
                <a:spcPct val="0"/>
              </a:spcBef>
              <a:spcAft>
                <a:spcPct val="0"/>
              </a:spcAft>
              <a:buClrTx/>
              <a:buSzTx/>
              <a:buFont typeface="+mj-lt"/>
              <a:buAutoNum type="alphaLcParenR"/>
              <a:tabLst/>
            </a:pPr>
            <a:r>
              <a:rPr kumimoji="0" lang="zh-CN" sz="16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 对体系的持续适宜性、充分性和有效性的总体评价，所需的改进。</a:t>
            </a:r>
            <a:endParaRPr kumimoji="0" lang="zh-CN"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ransition advClick="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147618"/>
            <a:ext cx="3071834" cy="461665"/>
          </a:xfrm>
          <a:prstGeom prst="rect">
            <a:avLst/>
          </a:prstGeom>
          <a:noFill/>
        </p:spPr>
        <p:txBody>
          <a:bodyPr wrap="square" rtlCol="0">
            <a:spAutoFit/>
          </a:bodyPr>
          <a:lstStyle/>
          <a:p>
            <a:r>
              <a:rPr lang="en-US" altLang="zh-CN" sz="2400" b="1" dirty="0" smtClean="0">
                <a:solidFill>
                  <a:schemeClr val="bg1"/>
                </a:solidFill>
              </a:rPr>
              <a:t>4.5</a:t>
            </a:r>
            <a:r>
              <a:rPr lang="zh-CN" altLang="en-US" sz="2400" b="1" dirty="0" smtClean="0">
                <a:solidFill>
                  <a:schemeClr val="bg1"/>
                </a:solidFill>
              </a:rPr>
              <a:t>管理评审输出</a:t>
            </a:r>
            <a:endParaRPr lang="zh-CN" altLang="en-US" sz="2400" b="1" dirty="0">
              <a:solidFill>
                <a:schemeClr val="bg1"/>
              </a:solidFill>
            </a:endParaRPr>
          </a:p>
        </p:txBody>
      </p:sp>
      <p:sp>
        <p:nvSpPr>
          <p:cNvPr id="3" name="TextBox 2"/>
          <p:cNvSpPr txBox="1"/>
          <p:nvPr/>
        </p:nvSpPr>
        <p:spPr>
          <a:xfrm>
            <a:off x="357158" y="719122"/>
            <a:ext cx="8143932" cy="4431983"/>
          </a:xfrm>
          <a:prstGeom prst="rect">
            <a:avLst/>
          </a:prstGeom>
          <a:noFill/>
        </p:spPr>
        <p:txBody>
          <a:bodyPr wrap="square" rtlCol="0">
            <a:spAutoFit/>
          </a:bodyPr>
          <a:lstStyle/>
          <a:p>
            <a:pPr indent="361950">
              <a:lnSpc>
                <a:spcPct val="150000"/>
              </a:lnSpc>
              <a:buFont typeface="Wingdings" pitchFamily="2" charset="2"/>
              <a:buChar char="Ø"/>
            </a:pPr>
            <a:r>
              <a:rPr lang="zh-CN" altLang="en-US" dirty="0" smtClean="0"/>
              <a:t>管理评审输出是管理评审活动的结果。管理评审的输出应该包括对体系的适宜性、充分性和有效性的评价，同时可作为管理体系持续改进的输入。</a:t>
            </a:r>
            <a:endParaRPr lang="en-US" altLang="zh-CN" dirty="0" smtClean="0"/>
          </a:p>
          <a:p>
            <a:pPr indent="361950">
              <a:lnSpc>
                <a:spcPct val="150000"/>
              </a:lnSpc>
              <a:buFont typeface="Wingdings" pitchFamily="2" charset="2"/>
              <a:buChar char="Ø"/>
            </a:pPr>
            <a:r>
              <a:rPr lang="zh-CN" altLang="en-US" dirty="0" smtClean="0"/>
              <a:t>管理评审的输出应包括：</a:t>
            </a:r>
            <a:endParaRPr lang="en-US" altLang="zh-CN" dirty="0" smtClean="0"/>
          </a:p>
          <a:p>
            <a:pPr marL="628650" indent="-361950">
              <a:lnSpc>
                <a:spcPct val="150000"/>
              </a:lnSpc>
              <a:buFont typeface="+mj-lt"/>
              <a:buAutoNum type="arabicPeriod"/>
            </a:pPr>
            <a:r>
              <a:rPr lang="zh-CN" altLang="en-US" sz="1800" dirty="0" smtClean="0"/>
              <a:t>对组织管理体系适宜性、充分性和有效性的总体评价结论；</a:t>
            </a:r>
            <a:endParaRPr lang="en-US" altLang="zh-CN" sz="1800" dirty="0" smtClean="0"/>
          </a:p>
          <a:p>
            <a:pPr marL="628650" indent="-361950">
              <a:lnSpc>
                <a:spcPct val="150000"/>
              </a:lnSpc>
              <a:buFont typeface="+mj-lt"/>
              <a:buAutoNum type="arabicPeriod"/>
            </a:pPr>
            <a:r>
              <a:rPr lang="zh-CN" altLang="en-US" sz="1800" dirty="0" smtClean="0"/>
              <a:t>与顾客要求有关的产品的改进决定和措施；</a:t>
            </a:r>
            <a:endParaRPr lang="en-US" altLang="zh-CN" sz="1800" dirty="0" smtClean="0"/>
          </a:p>
          <a:p>
            <a:pPr marL="628650" indent="-361950">
              <a:lnSpc>
                <a:spcPct val="150000"/>
              </a:lnSpc>
              <a:buFont typeface="+mj-lt"/>
              <a:buAutoNum type="arabicPeriod"/>
            </a:pPr>
            <a:r>
              <a:rPr lang="zh-CN" altLang="en-US" sz="1800" dirty="0" smtClean="0"/>
              <a:t>有关资源需要的决定和措施；</a:t>
            </a:r>
            <a:endParaRPr lang="en-US" altLang="zh-CN" sz="1800" dirty="0" smtClean="0"/>
          </a:p>
          <a:p>
            <a:pPr marL="628650" indent="-361950">
              <a:lnSpc>
                <a:spcPct val="150000"/>
              </a:lnSpc>
              <a:buFont typeface="+mj-lt"/>
              <a:buAutoNum type="arabicPeriod"/>
            </a:pPr>
            <a:r>
              <a:rPr lang="zh-CN" altLang="en-US" sz="1800" dirty="0" smtClean="0"/>
              <a:t>体系及过程有效性的改进；</a:t>
            </a:r>
            <a:endParaRPr lang="en-US" altLang="zh-CN" sz="1800" dirty="0" smtClean="0"/>
          </a:p>
          <a:p>
            <a:pPr marL="628650" indent="-361950">
              <a:lnSpc>
                <a:spcPct val="150000"/>
              </a:lnSpc>
              <a:buFont typeface="+mj-lt"/>
              <a:buAutoNum type="arabicPeriod"/>
            </a:pPr>
            <a:r>
              <a:rPr lang="zh-CN" altLang="en-US" sz="1800" dirty="0" smtClean="0"/>
              <a:t>产品的改进（与顾客要求有关的产品）；</a:t>
            </a:r>
            <a:endParaRPr lang="en-US" altLang="zh-CN" sz="1800" dirty="0" smtClean="0"/>
          </a:p>
          <a:p>
            <a:pPr marL="628650" indent="-361950">
              <a:lnSpc>
                <a:spcPct val="150000"/>
              </a:lnSpc>
              <a:buFont typeface="+mj-lt"/>
              <a:buAutoNum type="arabicPeriod"/>
            </a:pPr>
            <a:r>
              <a:rPr lang="zh-CN" altLang="en-US" sz="1800" dirty="0" smtClean="0"/>
              <a:t>资源的需求。</a:t>
            </a:r>
            <a:endParaRPr lang="zh-CN" altLang="en-US" sz="1800" dirty="0"/>
          </a:p>
        </p:txBody>
      </p:sp>
    </p:spTree>
  </p:cSld>
  <p:clrMapOvr>
    <a:masterClrMapping/>
  </p:clrMapOvr>
  <p:transition advClick="0"/>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5720" y="147618"/>
            <a:ext cx="3342582" cy="461665"/>
          </a:xfrm>
          <a:prstGeom prst="rect">
            <a:avLst/>
          </a:prstGeom>
        </p:spPr>
        <p:txBody>
          <a:bodyPr wrap="none">
            <a:spAutoFit/>
          </a:bodyPr>
          <a:lstStyle/>
          <a:p>
            <a:r>
              <a:rPr lang="en-US" altLang="zh-CN" sz="2400" b="1" dirty="0" smtClean="0">
                <a:solidFill>
                  <a:schemeClr val="bg1"/>
                </a:solidFill>
              </a:rPr>
              <a:t>4.6</a:t>
            </a:r>
            <a:r>
              <a:rPr lang="zh-CN" altLang="en-US" sz="2400" b="1" dirty="0" smtClean="0">
                <a:solidFill>
                  <a:schemeClr val="bg1"/>
                </a:solidFill>
              </a:rPr>
              <a:t>纠正预防措施的跟踪</a:t>
            </a:r>
            <a:endParaRPr lang="zh-CN" altLang="en-US" sz="2400" b="1" dirty="0">
              <a:solidFill>
                <a:schemeClr val="bg1"/>
              </a:solidFill>
            </a:endParaRPr>
          </a:p>
        </p:txBody>
      </p:sp>
      <p:sp>
        <p:nvSpPr>
          <p:cNvPr id="155649" name="Rectangle 1"/>
          <p:cNvSpPr>
            <a:spLocks noChangeArrowheads="1"/>
          </p:cNvSpPr>
          <p:nvPr/>
        </p:nvSpPr>
        <p:spPr bwMode="auto">
          <a:xfrm>
            <a:off x="214282" y="1063182"/>
            <a:ext cx="8643998" cy="38318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R="0" lvl="0" indent="361950" algn="l" defTabSz="914400" rtl="0" eaLnBrk="1" fontAlgn="base" latinLnBrk="0" hangingPunct="1">
              <a:lnSpc>
                <a:spcPct val="150000"/>
              </a:lnSpc>
              <a:spcBef>
                <a:spcPct val="0"/>
              </a:spcBef>
              <a:spcAft>
                <a:spcPct val="0"/>
              </a:spcAft>
              <a:buClrTx/>
              <a:buSzTx/>
              <a:buFont typeface="Wingdings" pitchFamily="2" charset="2"/>
              <a:buChar char="Ø"/>
              <a:tabLst/>
            </a:pPr>
            <a:r>
              <a:rPr kumimoji="0" 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各相关部门依据管理评审会议开出的</a:t>
            </a:r>
            <a:r>
              <a:rPr kumimoji="0" lang="zh-CN" sz="1800" b="0" i="0" u="none" strike="noStrike" cap="none" normalizeH="0" baseline="0" dirty="0" smtClean="0">
                <a:ln>
                  <a:noFill/>
                </a:ln>
                <a:solidFill>
                  <a:srgbClr val="000000"/>
                </a:solidFill>
                <a:effectLst/>
                <a:latin typeface="Arial"/>
                <a:ea typeface="宋体" pitchFamily="2" charset="-122"/>
                <a:cs typeface="Times New Roman" pitchFamily="18" charset="0"/>
              </a:rPr>
              <a:t>“</a:t>
            </a:r>
            <a:r>
              <a:rPr kumimoji="0" 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纠正和预防措施表</a:t>
            </a:r>
            <a:r>
              <a:rPr kumimoji="0" lang="zh-CN" sz="1800" b="0" i="0" u="none" strike="noStrike" cap="none" normalizeH="0" baseline="0" dirty="0" smtClean="0">
                <a:ln>
                  <a:noFill/>
                </a:ln>
                <a:solidFill>
                  <a:srgbClr val="000000"/>
                </a:solidFill>
                <a:effectLst/>
                <a:latin typeface="Arial"/>
                <a:ea typeface="宋体" pitchFamily="2" charset="-122"/>
                <a:cs typeface="Times New Roman" pitchFamily="18" charset="0"/>
              </a:rPr>
              <a:t>”</a:t>
            </a:r>
            <a:r>
              <a:rPr kumimoji="0" 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，对管理评审跟踪事项进行原因分析，制定纠正和预防措施，并限期完成。</a:t>
            </a:r>
            <a:endParaRPr kumimoji="0" lang="zh-CN"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R="0" lvl="0" indent="36195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纠正和预防措施涉及体系文件更改时按照</a:t>
            </a:r>
            <a:r>
              <a:rPr kumimoji="0" lang="en-US" alt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a:t>
            </a: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文件控制程序</a:t>
            </a:r>
            <a:r>
              <a:rPr kumimoji="0" lang="en-US" alt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a:t>
            </a: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执行。</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R="0" lvl="0" indent="361950" algn="l" defTabSz="914400" rtl="0" eaLnBrk="0" fontAlgn="base" latinLnBrk="0" hangingPunct="0">
              <a:lnSpc>
                <a:spcPct val="150000"/>
              </a:lnSpc>
              <a:spcBef>
                <a:spcPct val="0"/>
              </a:spcBef>
              <a:spcAft>
                <a:spcPct val="0"/>
              </a:spcAft>
              <a:buClrTx/>
              <a:buSzTx/>
              <a:buFont typeface="Wingdings" pitchFamily="2" charset="2"/>
              <a:buChar char="Ø"/>
              <a:tabLst/>
            </a:pPr>
            <a:r>
              <a:rPr kumimoji="0" lang="zh-CN" altLang="en-US"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rPr>
              <a:t>体系工程师负责对各部门提出的纠正措施和预防措施的实施清单进行验证，并记录结果验证，措施跟踪结果将提交到下一年的管理评审会议，以确保纠正措施和预防措施的持续有效性。</a:t>
            </a:r>
            <a:endParaRPr kumimoji="0" lang="en-US" altLang="zh-CN" sz="1800" b="0" i="0" u="none" strike="noStrike" cap="none" normalizeH="0" baseline="0" dirty="0" smtClean="0">
              <a:ln>
                <a:noFill/>
              </a:ln>
              <a:solidFill>
                <a:srgbClr val="000000"/>
              </a:solidFill>
              <a:effectLst/>
              <a:latin typeface="宋体" pitchFamily="2" charset="-122"/>
              <a:ea typeface="宋体" pitchFamily="2" charset="-122"/>
              <a:cs typeface="Times New Roman" pitchFamily="18" charset="0"/>
            </a:endParaRPr>
          </a:p>
          <a:p>
            <a:pPr indent="361950" defTabSz="914400" eaLnBrk="0" fontAlgn="base" hangingPunct="0">
              <a:lnSpc>
                <a:spcPct val="150000"/>
              </a:lnSpc>
              <a:spcBef>
                <a:spcPct val="0"/>
              </a:spcBef>
              <a:spcAft>
                <a:spcPct val="0"/>
              </a:spcAft>
              <a:buFont typeface="Wingdings" pitchFamily="2" charset="2"/>
              <a:buChar char="Ø"/>
            </a:pPr>
            <a:r>
              <a:rPr lang="zh-CN" altLang="en-US" sz="1800" dirty="0" smtClean="0"/>
              <a:t>文控将“年度管理评审计划”“年度管理评审报告”“会议签到表”“纠正和预防措施表”等所有资料予以归档、保存。</a:t>
            </a:r>
            <a:endParaRPr lang="en-US" altLang="zh-CN" sz="1800" dirty="0" smtClean="0"/>
          </a:p>
          <a:p>
            <a:pPr marR="0" lvl="0" indent="361950" algn="l" defTabSz="914400" rtl="0" eaLnBrk="0" fontAlgn="base" latinLnBrk="0" hangingPunct="0">
              <a:lnSpc>
                <a:spcPct val="150000"/>
              </a:lnSpc>
              <a:spcBef>
                <a:spcPct val="0"/>
              </a:spcBef>
              <a:spcAft>
                <a:spcPct val="0"/>
              </a:spcAft>
              <a:buClrTx/>
              <a:buSzTx/>
              <a:buFont typeface="Wingdings" pitchFamily="2" charset="2"/>
              <a:buChar char="Ø"/>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transition advClick="0"/>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1200" y="1"/>
            <a:ext cx="596900" cy="292851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p>
            <a:pPr algn="ctr">
              <a:defRPr/>
            </a:pPr>
            <a:endParaRPr lang="zh-CN" altLang="en-US" dirty="0"/>
          </a:p>
        </p:txBody>
      </p:sp>
      <p:sp>
        <p:nvSpPr>
          <p:cNvPr id="3" name="任意多边形 2"/>
          <p:cNvSpPr/>
          <p:nvPr/>
        </p:nvSpPr>
        <p:spPr>
          <a:xfrm>
            <a:off x="711200" y="2928519"/>
            <a:ext cx="596900" cy="54860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1" fmla="*/ 0 w 576263"/>
              <a:gd name="connsiteY0-2" fmla="*/ 0 h 547688"/>
              <a:gd name="connsiteX1-3" fmla="*/ 566738 w 576263"/>
              <a:gd name="connsiteY1-4" fmla="*/ 547688 h 547688"/>
              <a:gd name="connsiteX2-5" fmla="*/ 576263 w 576263"/>
              <a:gd name="connsiteY2-6" fmla="*/ 0 h 547688"/>
              <a:gd name="connsiteX3-7" fmla="*/ 0 w 576263"/>
              <a:gd name="connsiteY3-8" fmla="*/ 0 h 547688"/>
              <a:gd name="connsiteX0-9" fmla="*/ 0 w 576263"/>
              <a:gd name="connsiteY0-10" fmla="*/ 0 h 571500"/>
              <a:gd name="connsiteX1-11" fmla="*/ 566738 w 576263"/>
              <a:gd name="connsiteY1-12" fmla="*/ 571500 h 571500"/>
              <a:gd name="connsiteX2-13" fmla="*/ 576263 w 576263"/>
              <a:gd name="connsiteY2-14" fmla="*/ 0 h 571500"/>
              <a:gd name="connsiteX3-15" fmla="*/ 0 w 576263"/>
              <a:gd name="connsiteY3-16" fmla="*/ 0 h 571500"/>
              <a:gd name="connsiteX0-17" fmla="*/ 0 w 576263"/>
              <a:gd name="connsiteY0-18" fmla="*/ 0 h 576263"/>
              <a:gd name="connsiteX1-19" fmla="*/ 571335 w 576263"/>
              <a:gd name="connsiteY1-20" fmla="*/ 576263 h 576263"/>
              <a:gd name="connsiteX2-21" fmla="*/ 576263 w 576263"/>
              <a:gd name="connsiteY2-22" fmla="*/ 0 h 576263"/>
              <a:gd name="connsiteX3-23" fmla="*/ 0 w 576263"/>
              <a:gd name="connsiteY3-24" fmla="*/ 0 h 576263"/>
              <a:gd name="connsiteX0-25" fmla="*/ 0 w 576448"/>
              <a:gd name="connsiteY0-26" fmla="*/ 0 h 576263"/>
              <a:gd name="connsiteX1-27" fmla="*/ 575933 w 576448"/>
              <a:gd name="connsiteY1-28" fmla="*/ 576263 h 576263"/>
              <a:gd name="connsiteX2-29" fmla="*/ 576263 w 576448"/>
              <a:gd name="connsiteY2-30" fmla="*/ 0 h 576263"/>
              <a:gd name="connsiteX3-31" fmla="*/ 0 w 576448"/>
              <a:gd name="connsiteY3-32" fmla="*/ 0 h 576263"/>
            </a:gdLst>
            <a:ahLst/>
            <a:cxnLst>
              <a:cxn ang="0">
                <a:pos x="connsiteX0-25" y="connsiteY0-26"/>
              </a:cxn>
              <a:cxn ang="0">
                <a:pos x="connsiteX1-27" y="connsiteY1-28"/>
              </a:cxn>
              <a:cxn ang="0">
                <a:pos x="connsiteX2-29" y="connsiteY2-30"/>
              </a:cxn>
              <a:cxn ang="0">
                <a:pos x="connsiteX3-31" y="connsiteY3-32"/>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p>
            <a:pPr algn="ctr">
              <a:defRPr/>
            </a:pPr>
            <a:endParaRPr lang="zh-CN" altLang="en-US" dirty="0"/>
          </a:p>
        </p:txBody>
      </p:sp>
      <p:sp>
        <p:nvSpPr>
          <p:cNvPr id="4" name="矩形 3"/>
          <p:cNvSpPr/>
          <p:nvPr/>
        </p:nvSpPr>
        <p:spPr>
          <a:xfrm>
            <a:off x="1308100" y="2928519"/>
            <a:ext cx="7835900" cy="5486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203076" tIns="0" rIns="203076" bIns="0" anchor="ctr"/>
          <a:lstStyle/>
          <a:p>
            <a:pPr algn="r">
              <a:defRPr/>
            </a:pPr>
            <a:r>
              <a:rPr lang="en-US" altLang="zh-CN" sz="3200" dirty="0">
                <a:solidFill>
                  <a:srgbClr val="CEEAB0"/>
                </a:solidFill>
                <a:latin typeface="幼圆" pitchFamily="49" charset="-122"/>
                <a:ea typeface="幼圆" pitchFamily="49" charset="-122"/>
                <a:cs typeface="Meiryo" pitchFamily="34" charset="-128"/>
              </a:rPr>
              <a:t>Thank you for your attention.</a:t>
            </a:r>
            <a:endParaRPr lang="zh-CN" altLang="en-US" sz="3200" dirty="0">
              <a:solidFill>
                <a:srgbClr val="CEEAB0"/>
              </a:solidFill>
              <a:latin typeface="幼圆" pitchFamily="49" charset="-122"/>
              <a:ea typeface="幼圆" pitchFamily="49" charset="-122"/>
              <a:cs typeface="Meiryo" pitchFamily="34" charset="-128"/>
            </a:endParaRPr>
          </a:p>
        </p:txBody>
      </p:sp>
      <p:sp>
        <p:nvSpPr>
          <p:cNvPr id="7" name="矩形 6"/>
          <p:cNvSpPr/>
          <p:nvPr/>
        </p:nvSpPr>
        <p:spPr>
          <a:xfrm>
            <a:off x="3" y="1953230"/>
            <a:ext cx="7788275" cy="9752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6100" spc="226" dirty="0">
                <a:solidFill>
                  <a:srgbClr val="FFFFFF"/>
                </a:solidFill>
                <a:latin typeface="幼圆" pitchFamily="49" charset="-122"/>
                <a:ea typeface="幼圆" pitchFamily="49" charset="-122"/>
              </a:rPr>
              <a:t>感谢您的关注！</a:t>
            </a:r>
          </a:p>
        </p:txBody>
      </p:sp>
      <p:sp>
        <p:nvSpPr>
          <p:cNvPr id="8" name="矩形 7"/>
          <p:cNvSpPr/>
          <p:nvPr/>
        </p:nvSpPr>
        <p:spPr>
          <a:xfrm>
            <a:off x="7788275" y="3477121"/>
            <a:ext cx="1009650" cy="56582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p>
            <a:pPr algn="ctr">
              <a:defRPr/>
            </a:pPr>
            <a:endParaRPr lang="zh-CN" altLang="en-US" dirty="0"/>
          </a:p>
        </p:txBody>
      </p:sp>
      <p:sp>
        <p:nvSpPr>
          <p:cNvPr id="6" name="直角三角形 5"/>
          <p:cNvSpPr/>
          <p:nvPr/>
        </p:nvSpPr>
        <p:spPr>
          <a:xfrm>
            <a:off x="7788275" y="1953230"/>
            <a:ext cx="1009650" cy="975289"/>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p>
            <a:pPr algn="ctr">
              <a:defRPr/>
            </a:pPr>
            <a:endParaRPr lang="zh-CN" altLang="en-US" dirty="0"/>
          </a:p>
        </p:txBody>
      </p:sp>
      <p:sp>
        <p:nvSpPr>
          <p:cNvPr id="10" name="直角三角形 9"/>
          <p:cNvSpPr/>
          <p:nvPr/>
        </p:nvSpPr>
        <p:spPr>
          <a:xfrm flipH="1" flipV="1">
            <a:off x="7788275" y="4042947"/>
            <a:ext cx="1009650" cy="975289"/>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p>
            <a:pPr algn="ctr">
              <a:defRPr/>
            </a:pPr>
            <a:endParaRPr lang="zh-CN" altLang="en-US" dirty="0"/>
          </a:p>
        </p:txBody>
      </p:sp>
      <p:sp>
        <p:nvSpPr>
          <p:cNvPr id="11" name="矩形 10"/>
          <p:cNvSpPr/>
          <p:nvPr/>
        </p:nvSpPr>
        <p:spPr>
          <a:xfrm>
            <a:off x="8797929" y="4042947"/>
            <a:ext cx="346075" cy="975289"/>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103163" tIns="51581" rIns="103163" bIns="51581" anchor="ctr"/>
          <a:lstStyle/>
          <a:p>
            <a:pPr algn="ctr">
              <a:defRPr/>
            </a:pPr>
            <a:endParaRPr lang="zh-CN" altLang="en-US" dirty="0"/>
          </a:p>
        </p:txBody>
      </p:sp>
      <p:sp>
        <p:nvSpPr>
          <p:cNvPr id="12" name="动作按钮: 开始 11">
            <a:hlinkClick r:id="rId3" action="ppaction://hlinksldjump" highlightClick="1"/>
          </p:cNvPr>
          <p:cNvSpPr/>
          <p:nvPr/>
        </p:nvSpPr>
        <p:spPr>
          <a:xfrm>
            <a:off x="8501090" y="5291154"/>
            <a:ext cx="500066" cy="285752"/>
          </a:xfrm>
          <a:prstGeom prst="actionButtonBeginning">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2302</TotalTime>
  <Words>4842</Words>
  <Application>Microsoft Office PowerPoint</Application>
  <PresentationFormat>自定义</PresentationFormat>
  <Paragraphs>615</Paragraphs>
  <Slides>52</Slides>
  <Notes>8</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70" baseType="lpstr">
      <vt:lpstr>Meiryo</vt:lpstr>
      <vt:lpstr>新細明體</vt:lpstr>
      <vt:lpstr>华文细黑</vt:lpstr>
      <vt:lpstr>楷体_GB2312</vt:lpstr>
      <vt:lpstr>宋体</vt:lpstr>
      <vt:lpstr>微软雅黑</vt:lpstr>
      <vt:lpstr>文鼎CS魏碑</vt:lpstr>
      <vt:lpstr>幼圆</vt:lpstr>
      <vt:lpstr>Arial</vt:lpstr>
      <vt:lpstr>Arial Black</vt:lpstr>
      <vt:lpstr>Britannic Bold</vt:lpstr>
      <vt:lpstr>Calibri</vt:lpstr>
      <vt:lpstr>Impact</vt:lpstr>
      <vt:lpstr>Times New Roman</vt:lpstr>
      <vt:lpstr>Wingdings</vt:lpstr>
      <vt:lpstr>Office 主题</vt:lpstr>
      <vt:lpstr>Microsoft Word 97 - 2003 文档</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2.4确定审核范围</vt:lpstr>
      <vt:lpstr>PowerPoint 演示文稿</vt:lpstr>
      <vt:lpstr>PowerPoint 演示文稿</vt:lpstr>
      <vt:lpstr>2.6制定审核计划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2.11审核的方法和技巧（一）</vt:lpstr>
      <vt:lpstr>PowerPoint 演示文稿</vt:lpstr>
      <vt:lpstr>PowerPoint 演示文稿</vt:lpstr>
      <vt:lpstr>PowerPoint 演示文稿</vt:lpstr>
      <vt:lpstr>2.12 审核过程控制（一）</vt:lpstr>
      <vt:lpstr>2.12 审核过程控制（二）</vt:lpstr>
      <vt:lpstr>2.13 不合格项和不合格报告（一）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2.15末次会议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djt</cp:lastModifiedBy>
  <cp:revision>219</cp:revision>
  <dcterms:created xsi:type="dcterms:W3CDTF">2018-01-04T06:22:35Z</dcterms:created>
  <dcterms:modified xsi:type="dcterms:W3CDTF">2020-06-23T07:29:44Z</dcterms:modified>
</cp:coreProperties>
</file>